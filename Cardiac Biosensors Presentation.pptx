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66" r:id="rId5"/>
  </p:sldMasterIdLst>
  <p:notesMasterIdLst>
    <p:notesMasterId r:id="rId6"/>
  </p:notesMasterIdLst>
  <p:sldIdLst>
    <p:sldId id="273" r:id="rId7"/>
    <p:sldId id="274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84" r:id="rId24"/>
  </p:sldIdLst>
  <p:sldSz cx="24384000" cy="13716000"/>
  <p:notesSz cx="6858000" cy="9144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Trebuchet MS" pitchFamily="2" charset="0"/>
        <a:ea typeface="Trebuchet MS" pitchFamily="2" charset="0"/>
        <a:cs typeface="Trebuchet MS" pitchFamily="2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Trebuchet MS" pitchFamily="2" charset="0"/>
        <a:ea typeface="Trebuchet MS" pitchFamily="2" charset="0"/>
        <a:cs typeface="Trebuchet MS" pitchFamily="2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Trebuchet MS" pitchFamily="2" charset="0"/>
        <a:ea typeface="Trebuchet MS" pitchFamily="2" charset="0"/>
        <a:cs typeface="Trebuchet MS" pitchFamily="2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Trebuchet MS" pitchFamily="2" charset="0"/>
        <a:ea typeface="Trebuchet MS" pitchFamily="2" charset="0"/>
        <a:cs typeface="Trebuchet MS" pitchFamily="2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Trebuchet MS" pitchFamily="2" charset="0"/>
        <a:ea typeface="Trebuchet MS" pitchFamily="2" charset="0"/>
        <a:cs typeface="Trebuchet MS" pitchFamily="2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Trebuchet MS" pitchFamily="2" charset="0"/>
        <a:ea typeface="Trebuchet MS" pitchFamily="2" charset="0"/>
        <a:cs typeface="Trebuchet MS" pitchFamily="2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Trebuchet MS" pitchFamily="2" charset="0"/>
        <a:ea typeface="Trebuchet MS" pitchFamily="2" charset="0"/>
        <a:cs typeface="Trebuchet MS" pitchFamily="2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Trebuchet MS" pitchFamily="2" charset="0"/>
        <a:ea typeface="Trebuchet MS" pitchFamily="2" charset="0"/>
        <a:cs typeface="Trebuchet MS" pitchFamily="2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Trebuchet MS" pitchFamily="2" charset="0"/>
        <a:ea typeface="Trebuchet MS" pitchFamily="2" charset="0"/>
        <a:cs typeface="Trebuchet MS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/>
  <p:extLst>
    <p:ext uri="smNativeData">
      <pr:smAppRevision xmlns:pr="smNativeData" xmlns="smNativeData" dt="1756052262" val="1224" revOS="4"/>
      <pr:smFileRevision xmlns:pr="smNativeData" xmlns="smNativeData" dt="1756052262" val="101"/>
      <pr:guideOptions xmlns:pr="smNativeData" xmlns="smNativeData" dt="1756052262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>
      <p:cViewPr varScale="1">
        <p:scale>
          <a:sx n="35" d="100"/>
          <a:sy n="35" d="100"/>
        </p:scale>
        <p:origin x="959" y="698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8" d="100"/>
        <a:sy n="8" d="100"/>
      </p:scale>
      <p:origin x="0" y="0"/>
    </p:cViewPr>
  </p:sorterViewPr>
  <p:notesViewPr>
    <p:cSldViewPr snapToGrid="0">
      <p:cViewPr>
        <p:scale>
          <a:sx n="35" d="100"/>
          <a:sy n="35" d="100"/>
        </p:scale>
        <p:origin x="959" y="698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8"/>
          <p:cNvSpPr>
            <a:spLocks noGrp="1" noChangeArrowheads="1"/>
            <a:extLst>
              <a:ext uri="smNativeData">
                <pr:smNativeData xmlns:pr="smNativeData" xmlns="smNativeData" val="SMDATA_15_JjuraBMAAAAlAAAAZA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V1dU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CAcAADgEAAAoIwAAUBkAABAAAAAmAAAACAAAAAEPAAAAAAAA"/>
              </a:ext>
            </a:extLst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 lang="en-us"/>
            </a:pPr>
          </a:p>
        </p:txBody>
      </p:sp>
      <p:sp>
        <p:nvSpPr>
          <p:cNvPr id="3" name="Shape 169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V1dU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UAALgaAACQJAAACDQAABAAAAAmAAAACAAAAAEPAAAAAAAA"/>
              </a:ext>
            </a:extLst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 lang="en-us"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marR="0" indent="0" algn="l" defTabSz="457200">
      <a:lnSpc>
        <a:spcPct val="117000"/>
      </a:lnSpc>
      <a:spcBef>
        <a:spcPts val="0"/>
      </a:spcBef>
      <a:spcAft>
        <a:spcPts val="0"/>
      </a:spcAft>
      <a:buNone/>
      <a:tabLst/>
      <a:defRPr lang="en-us" sz="2200" b="0" i="0" u="none" strike="noStrike" kern="1" cap="none" spc="0" baseline="0">
        <a:solidFill>
          <a:schemeClr val="tx1"/>
        </a:solidFill>
        <a:effectLst/>
        <a:latin typeface="Helvetica Neue" pitchFamily="0" charset="0"/>
        <a:ea typeface="Helvetica Neue" pitchFamily="0" charset="0"/>
        <a:cs typeface="Helvetica Neue" pitchFamily="0" charset="0"/>
      </a:defRPr>
    </a:lvl1pPr>
    <a:lvl2pPr marL="457200" marR="0" indent="228600" algn="l" defTabSz="457200">
      <a:lnSpc>
        <a:spcPct val="117000"/>
      </a:lnSpc>
      <a:spcBef>
        <a:spcPts val="0"/>
      </a:spcBef>
      <a:spcAft>
        <a:spcPts val="0"/>
      </a:spcAft>
      <a:buNone/>
      <a:tabLst/>
      <a:defRPr lang="en-us" sz="2200" b="0" i="0" u="none" strike="noStrike" kern="1" cap="none" spc="0" baseline="0">
        <a:solidFill>
          <a:schemeClr val="tx1"/>
        </a:solidFill>
        <a:effectLst/>
        <a:latin typeface="Helvetica Neue" pitchFamily="0" charset="0"/>
        <a:ea typeface="Helvetica Neue" pitchFamily="0" charset="0"/>
        <a:cs typeface="Helvetica Neue" pitchFamily="0" charset="0"/>
      </a:defRPr>
    </a:lvl2pPr>
    <a:lvl3pPr marL="914400" marR="0" indent="457200" algn="l" defTabSz="457200">
      <a:lnSpc>
        <a:spcPct val="117000"/>
      </a:lnSpc>
      <a:spcBef>
        <a:spcPts val="0"/>
      </a:spcBef>
      <a:spcAft>
        <a:spcPts val="0"/>
      </a:spcAft>
      <a:buNone/>
      <a:tabLst/>
      <a:defRPr lang="en-us" sz="2200" b="0" i="0" u="none" strike="noStrike" kern="1" cap="none" spc="0" baseline="0">
        <a:solidFill>
          <a:schemeClr val="tx1"/>
        </a:solidFill>
        <a:effectLst/>
        <a:latin typeface="Helvetica Neue" pitchFamily="0" charset="0"/>
        <a:ea typeface="Helvetica Neue" pitchFamily="0" charset="0"/>
        <a:cs typeface="Helvetica Neue" pitchFamily="0" charset="0"/>
      </a:defRPr>
    </a:lvl3pPr>
    <a:lvl4pPr marL="1371600" marR="0" indent="685800" algn="l" defTabSz="457200">
      <a:lnSpc>
        <a:spcPct val="117000"/>
      </a:lnSpc>
      <a:spcBef>
        <a:spcPts val="0"/>
      </a:spcBef>
      <a:spcAft>
        <a:spcPts val="0"/>
      </a:spcAft>
      <a:buNone/>
      <a:tabLst/>
      <a:defRPr lang="en-us" sz="2200" b="0" i="0" u="none" strike="noStrike" kern="1" cap="none" spc="0" baseline="0">
        <a:solidFill>
          <a:schemeClr val="tx1"/>
        </a:solidFill>
        <a:effectLst/>
        <a:latin typeface="Helvetica Neue" pitchFamily="0" charset="0"/>
        <a:ea typeface="Helvetica Neue" pitchFamily="0" charset="0"/>
        <a:cs typeface="Helvetica Neue" pitchFamily="0" charset="0"/>
      </a:defRPr>
    </a:lvl4pPr>
    <a:lvl5pPr marL="1828800" marR="0" indent="914400" algn="l" defTabSz="457200">
      <a:lnSpc>
        <a:spcPct val="117000"/>
      </a:lnSpc>
      <a:spcBef>
        <a:spcPts val="0"/>
      </a:spcBef>
      <a:spcAft>
        <a:spcPts val="0"/>
      </a:spcAft>
      <a:buNone/>
      <a:tabLst/>
      <a:defRPr lang="en-us" sz="2200" b="0" i="0" u="none" strike="noStrike" kern="1" cap="none" spc="0" baseline="0">
        <a:solidFill>
          <a:schemeClr val="tx1"/>
        </a:solidFill>
        <a:effectLst/>
        <a:latin typeface="Helvetica Neue" pitchFamily="0" charset="0"/>
        <a:ea typeface="Helvetica Neue" pitchFamily="0" charset="0"/>
        <a:cs typeface="Helvetica Neue" pitchFamily="0" charset="0"/>
      </a:defRPr>
    </a:lvl5pPr>
    <a:lvl6pPr marL="2286000" marR="0" indent="1143000" algn="l" defTabSz="457200">
      <a:lnSpc>
        <a:spcPct val="117000"/>
      </a:lnSpc>
      <a:spcBef>
        <a:spcPts val="0"/>
      </a:spcBef>
      <a:spcAft>
        <a:spcPts val="0"/>
      </a:spcAft>
      <a:buNone/>
      <a:tabLst/>
      <a:defRPr lang="en-us" sz="2200" b="0" i="0" u="none" strike="noStrike" kern="1" cap="none" spc="0" baseline="0">
        <a:solidFill>
          <a:schemeClr val="tx1"/>
        </a:solidFill>
        <a:effectLst/>
        <a:latin typeface="Helvetica Neue" pitchFamily="0" charset="0"/>
        <a:ea typeface="Helvetica Neue" pitchFamily="0" charset="0"/>
        <a:cs typeface="Helvetica Neue" pitchFamily="0" charset="0"/>
      </a:defRPr>
    </a:lvl6pPr>
    <a:lvl7pPr marL="2743200" marR="0" indent="1371600" algn="l" defTabSz="457200">
      <a:lnSpc>
        <a:spcPct val="117000"/>
      </a:lnSpc>
      <a:spcBef>
        <a:spcPts val="0"/>
      </a:spcBef>
      <a:spcAft>
        <a:spcPts val="0"/>
      </a:spcAft>
      <a:buNone/>
      <a:tabLst/>
      <a:defRPr lang="en-us" sz="2200" b="0" i="0" u="none" strike="noStrike" kern="1" cap="none" spc="0" baseline="0">
        <a:solidFill>
          <a:schemeClr val="tx1"/>
        </a:solidFill>
        <a:effectLst/>
        <a:latin typeface="Helvetica Neue" pitchFamily="0" charset="0"/>
        <a:ea typeface="Helvetica Neue" pitchFamily="0" charset="0"/>
        <a:cs typeface="Helvetica Neue" pitchFamily="0" charset="0"/>
      </a:defRPr>
    </a:lvl7pPr>
    <a:lvl8pPr marL="3200400" marR="0" indent="1600200" algn="l" defTabSz="457200">
      <a:lnSpc>
        <a:spcPct val="117000"/>
      </a:lnSpc>
      <a:spcBef>
        <a:spcPts val="0"/>
      </a:spcBef>
      <a:spcAft>
        <a:spcPts val="0"/>
      </a:spcAft>
      <a:buNone/>
      <a:tabLst/>
      <a:defRPr lang="en-us" sz="2200" b="0" i="0" u="none" strike="noStrike" kern="1" cap="none" spc="0" baseline="0">
        <a:solidFill>
          <a:schemeClr val="tx1"/>
        </a:solidFill>
        <a:effectLst/>
        <a:latin typeface="Helvetica Neue" pitchFamily="0" charset="0"/>
        <a:ea typeface="Helvetica Neue" pitchFamily="0" charset="0"/>
        <a:cs typeface="Helvetica Neue" pitchFamily="0" charset="0"/>
      </a:defRPr>
    </a:lvl8pPr>
    <a:lvl9pPr marL="3657600" marR="0" indent="1828800" algn="l" defTabSz="457200">
      <a:lnSpc>
        <a:spcPct val="117000"/>
      </a:lnSpc>
      <a:spcBef>
        <a:spcPts val="0"/>
      </a:spcBef>
      <a:spcAft>
        <a:spcPts val="0"/>
      </a:spcAft>
      <a:buNone/>
      <a:tabLst/>
      <a:defRPr lang="en-us" sz="2200" b="0" i="0" u="none" strike="noStrike" kern="1" cap="none" spc="0" baseline="0">
        <a:solidFill>
          <a:schemeClr val="tx1"/>
        </a:solidFill>
        <a:effectLst/>
        <a:latin typeface="Helvetica Neue" pitchFamily="0" charset="0"/>
        <a:ea typeface="Helvetica Neue" pitchFamily="0" charset="0"/>
        <a:cs typeface="Helvetica Neue" pitchFamily="0" charset="0"/>
      </a:defRPr>
    </a:lvl9pPr>
  </p:notesStyle>
</p:notesMaster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extLst>
              <a:ext uri="smNativeData">
                <pr:smNativeData xmlns:pr="smNativeData" xmlns="smNativeData" val="SMDATA_6_JjuraBMAAAAlAAAAAQAAAA8BAAAAkAAAAEgAAACQAAAASAAAAAAAAAAAAAAAAAAAABcAAAAUAAAAAAAAAAAAAAD/fwAA/38AAAAAAAAJAAAABAAAAL53WmEfAAAAVAAAAAAAAAAAAAAAAAAAAAAAAAAAAAAAAAAAAAAAAAAAAAAAAAAAAAAAAAAAAAAAAAAAAAAAAAAAAAAAAAAAAAAAAAAAAAAAAAAAAAAAAAAAAAAAAAAAACEAAAAYAAAAFAAAAAAAAADl////AJYAAGBUAAAQAAAAJgAAAAgAAAD/////AAAAAA=="/>
              </a:ext>
            </a:extLst>
          </p:cNvGrpSpPr>
          <p:nvPr/>
        </p:nvGrpSpPr>
        <p:grpSpPr>
          <a:xfrm>
            <a:off x="0" y="-17145"/>
            <a:ext cx="24384000" cy="13733145"/>
            <a:chOff x="0" y="-17145"/>
            <a:chExt cx="24384000" cy="13733145"/>
          </a:xfrm>
        </p:grpSpPr>
        <p:sp>
          <p:nvSpPr>
            <p:cNvPr id="12" name="Straight Connector 31"/>
            <p:cNvSpPr>
              <a:extLst>
                <a:ext uri="smNativeData">
                  <pr:smNativeData xmlns:pr="smNativeData" xmlns="smNativeData" val="SMDATA_15_JjuraB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L+/vwAPAAAAAQAAABQAAAAUAAAAFAAAAAEAAAAAAAAAZAAAAGQAAAAAAAAAZAAAAGQAAAAVAAAAYAAAAAAAAAAAAAAAAAAAAAAAAAAAAAAAAAAAAAAAAAAAAAAAAAAAAAAAAAAAAAAAAAAACQAAAAAAAAAAAAAAAAAAAAAAAAAAAAAAAAAAAAAAAAAAAAAAAAAAAAAAAAAAAAAAABYAAABMAAAAAAAAAAAAAAAAAAAAAAAAAAAAAAAAAAAJAAAAAAAAAAAAAAAAAAAAAAAAAAAAAAAAAAAAAAAAAAAAAAAAAAAAAAAAAAAA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L+/vwAAAAACAAAAAgAAAADAwP8Af39/AAAAAAAAAAAAAAAAAAAAAAAAAAAAIQAAABgAAAAUAAAAS3MAAAAAAABLggAAYFQAAAAAAAAmAAAACAAAAP//////////"/>
                </a:ext>
              </a:extLst>
            </p:cNvSpPr>
            <p:nvPr/>
          </p:nvSpPr>
          <p:spPr>
            <a:xfrm>
              <a:off x="18742025" y="0"/>
              <a:ext cx="2438400" cy="13716000"/>
            </a:xfrm>
            <a:prstGeom prst="line">
              <a:avLst/>
            </a:prstGeom>
            <a:noFill/>
            <a:ln w="9525" cap="flat" cmpd="sng" algn="ctr">
              <a:solidFill>
                <a:srgbClr val="BFBFBF"/>
              </a:solidFill>
              <a:prstDash val="solid"/>
              <a:headEnd type="none"/>
              <a:tailEnd type="none"/>
            </a:ln>
            <a:effectLst/>
          </p:spPr>
        </p:sp>
        <p:sp>
          <p:nvSpPr>
            <p:cNvPr id="11" name="Straight Connector 20"/>
            <p:cNvSpPr>
              <a:extLst>
                <a:ext uri="smNativeData">
                  <pr:smNativeData xmlns:pr="smNativeData" xmlns="smNativeData" val="SMDATA_15_JjuraB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NjY2AAPAAAAAQAAABQAAAAUAAAAFAAAAAEAAAAAAAAAZAAAAGQAAAAAAAAAZAAAAGQAAAAVAAAAYAAAAAAAAAAAAAAAAAAAAAAAAAAAAAAAAAAAAAAAAAAAAAAAAAAAAAAAAAAAAAAAAAAACQAAAAAAAAAAAAAAAAAAAAAAAAAAAAAAAAAAAAAAAAAAAAAAAAAAAAAAAAAAAAAAABYAAABMAAAAAAAAAAAAAAAAAAAAAAAAAAAAAAAAAAAJAAAAAAAAAAAAAAAAAAAAAAAAAAAAAAAAAAAAAAAAAAAAAAAAAAAAAAAAAAAA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NjY2AAAAAACAAAAAgAAAADAwP8Af39/AAAAAAAAAAAAAAAAAAAAAAAAAAAAIQAAABgAAAAUAAAAW1sAAEstAAD2lQAAYFQAAAAAAAAmAAAACAAAAP//////////"/>
                </a:ext>
              </a:extLst>
            </p:cNvSpPr>
            <p:nvPr/>
          </p:nvSpPr>
          <p:spPr>
            <a:xfrm flipH="1">
              <a:off x="14850745" y="7362825"/>
              <a:ext cx="9526905" cy="6353175"/>
            </a:xfrm>
            <a:prstGeom prst="line">
              <a:avLst/>
            </a:prstGeom>
            <a:noFill/>
            <a:ln w="9525" cap="flat" cmpd="sng" algn="ctr">
              <a:solidFill>
                <a:srgbClr val="D8D8D8"/>
              </a:solidFill>
              <a:prstDash val="solid"/>
              <a:headEnd type="none"/>
              <a:tailEnd type="none"/>
            </a:ln>
            <a:effectLst/>
          </p:spPr>
        </p:sp>
        <p:sp>
          <p:nvSpPr>
            <p:cNvPr id="10" name="Rectangle 23"/>
            <p:cNvSpPr>
              <a:extLst>
                <a:ext uri="smNativeData">
                  <pr:smNativeData xmlns:pr="smNativeData" xmlns="smNativeData" val="SMDATA_15_JjuraBMAAAAlAAAACwAAAA0AAAAAezgAAPP////7SgAAMCoAAAAAAAAAAAAAAAAAAAEAAABQAAAAAAAAAAAA4D8AAAAAAADgPwAAAAAAAOA/AAAAAAAA4D8AAAAAAADgPwAAAAAAAOA/AAAAAAAA4D8AAAAAAADgPwAAAAAAAOA/AAAAAAAA4D8CAAAAjAAAAAEAAAAAAAAAkMImDIOxIwBH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YOxIwAAAAAAAAAAAAAAAAAAAAAAAAAAAAAAAAAAAAAAAAAAAJDCJgV/f38A6+vrA8zMzADAwP8Af39/AAAAAAAAAAAAAAAAAAAAAAAAAAAAIQAAABgAAAAUAAAA9nAAAOX////2lQAAYFQAAAAAAAAmAAAACAAAAP//////////"/>
                </a:ext>
              </a:extLst>
            </p:cNvSpPr>
            <p:nvPr/>
          </p:nvSpPr>
          <p:spPr>
            <a:xfrm>
              <a:off x="18362930" y="-17145"/>
              <a:ext cx="6014720" cy="13733145"/>
            </a:xfrm>
            <a:custGeom>
              <a:avLst/>
              <a:gdLst/>
              <a:ahLst/>
              <a:cxnLst/>
              <a:rect l="0" t="0" r="6014720" b="13733145"/>
              <a:pathLst>
                <a:path w="6014720" h="13733145">
                  <a:moveTo>
                    <a:pt x="4091079" y="0"/>
                  </a:moveTo>
                  <a:lnTo>
                    <a:pt x="6014720" y="0"/>
                  </a:lnTo>
                  <a:lnTo>
                    <a:pt x="6014720" y="13733145"/>
                  </a:lnTo>
                  <a:lnTo>
                    <a:pt x="0" y="13733145"/>
                  </a:lnTo>
                  <a:lnTo>
                    <a:pt x="4091079" y="0"/>
                  </a:lnTo>
                  <a:close/>
                </a:path>
              </a:pathLst>
            </a:custGeom>
            <a:solidFill>
              <a:schemeClr val="accent1">
                <a:alpha val="29000"/>
              </a:schemeClr>
            </a:solidFill>
            <a:ln>
              <a:noFill/>
            </a:ln>
            <a:effectLst/>
          </p:spPr>
        </p:sp>
        <p:sp>
          <p:nvSpPr>
            <p:cNvPr id="9" name="Rectangle 25"/>
            <p:cNvSpPr>
              <a:extLst>
                <a:ext uri="smNativeData">
                  <pr:smNativeData xmlns:pr="smNativeData" xmlns="smNativeData" val="SMDATA_15_JjuraBMAAAAlAAAACwAAAA0AAAAAFDsAAPP///8ASwAAMCoAAAAAAAAAAAAAAAAAAAEAAABQAAAAAAAAAAAA4D8AAAAAAADgPwAAAAAAAOA/AAAAAAAA4D8AAAAAAADgPwAAAAAAAOA/AAAAAAAA4D8AAAAAAADgPwAAAAAAAOA/AAAAAAAA4D8CAAAAjAAAAAEAAAAAAAAAkMImDIOxIwBR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BcAC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YOxIwAAAAAAAAAAAAAAAAAAAAAAAAAAAAAAAAAAAAAAAAAAAJDCJgV/f38A6+vrA8zMzADAwP8Af39/AAAAAAAAAAAAAAAAAAAAAAAAAAAAIQAAABgAAAAUAAAAJ3YAAOX///8AlgAAYFQAAAAAAAAmAAAACAAAAP//////////"/>
                </a:ext>
              </a:extLst>
            </p:cNvSpPr>
            <p:nvPr/>
          </p:nvSpPr>
          <p:spPr>
            <a:xfrm>
              <a:off x="19206845" y="-17145"/>
              <a:ext cx="5177155" cy="13733145"/>
            </a:xfrm>
            <a:custGeom>
              <a:avLst/>
              <a:gdLst/>
              <a:ahLst/>
              <a:cxnLst/>
              <a:rect l="0" t="0" r="5177155" b="13733145"/>
              <a:pathLst>
                <a:path w="5177155" h="13733145">
                  <a:moveTo>
                    <a:pt x="0" y="0"/>
                  </a:moveTo>
                  <a:lnTo>
                    <a:pt x="5177155" y="0"/>
                  </a:lnTo>
                  <a:lnTo>
                    <a:pt x="5177155" y="13733145"/>
                  </a:lnTo>
                  <a:lnTo>
                    <a:pt x="2418938" y="13733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000"/>
              </a:schemeClr>
            </a:solidFill>
            <a:ln>
              <a:noFill/>
            </a:ln>
            <a:effectLst/>
          </p:spPr>
        </p:sp>
        <p:sp>
          <p:nvSpPr>
            <p:cNvPr id="8" name="Isosceles Triangle 26"/>
            <p:cNvSpPr>
              <a:extLst>
                <a:ext uri="smNativeData">
                  <pr:smNativeData xmlns:pr="smNativeData" xmlns="smNativeData" val="SMDATA_15_JjuraBMAAAAlAAAAagAAAA0AAAAAkAAAAEgAAACQAAAASAAAAAAAAAAAAAAAAAAAAAEAAABQAAAAAAAAAAAA8D8AAAAAAADgPwAAAAAAAOA/AAAAAAAA4D8AAAAAAADgPwAAAAAAAOA/AAAAAAAA4D8AAAAAAADgPwAAAAAAAOA/AAAAAAAA4D8CAAAAjAAAAAEAAAAAAAAAVKAhDYOxIwAd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KAhBoOxIwAAAAAAAAAAAAAAAAAAAAAAAAAAAAAAAAAAAAAAAAAAAJDCJgV/f38A6+vrA8zMzADAwP8Af39/AAAAAAAAAAAAAAAAAAAAAAAAAAAAIQAAABgAAAAUAAAA5W0AAIAlAAAAlgAAYFQAAAAAAAAmAAAACAAAAP//////////"/>
                </a:ext>
              </a:extLst>
            </p:cNvSpPr>
            <p:nvPr/>
          </p:nvSpPr>
          <p:spPr>
            <a:xfrm>
              <a:off x="17864455" y="6096000"/>
              <a:ext cx="6519545" cy="762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000"/>
              </a:schemeClr>
            </a:solidFill>
            <a:ln>
              <a:noFill/>
            </a:ln>
            <a:effectLst/>
          </p:spPr>
        </p:sp>
        <p:sp>
          <p:nvSpPr>
            <p:cNvPr id="7" name="Rectangle 27"/>
            <p:cNvSpPr>
              <a:extLst>
                <a:ext uri="smNativeData">
                  <pr:smNativeData xmlns:pr="smNativeData" xmlns="smNativeData" val="SMDATA_15_JjuraBMAAAAlAAAACwAAAA0AAAAAbDkAAPP////7SgAAMCoAAAAAAAAAAAAAAAAAAAEAAABQAAAAAAAAAAAA4D8AAAAAAADgPwAAAAAAAOA/AAAAAAAA4D8AAAAAAADgPwAAAAAAAOA/AAAAAAAA4D8AAAAAAADgPwAAAAAAAOA/AAAAAAAA4D8CAAAAjAAAAAEAAAAAAAAAP3gYAIOxIwAf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BcAC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3gYAIOxIwAAAAAAAAAAAAAAAAAAAAAAAAAAAAAAAAAAAAAAAAAAAJDCJgV/f38A6+vrA8zMzADAwP8Af39/AAAAAAAAAAAAAAAAAAAAAAAAAAAAIQAAABgAAAAUAAAA2HIAAOX////2lQAAYFQAAAAAAAAmAAAACAAAAP//////////"/>
                </a:ext>
              </a:extLst>
            </p:cNvSpPr>
            <p:nvPr/>
          </p:nvSpPr>
          <p:spPr>
            <a:xfrm>
              <a:off x="18669000" y="-17145"/>
              <a:ext cx="5708650" cy="13733145"/>
            </a:xfrm>
            <a:custGeom>
              <a:avLst/>
              <a:gdLst/>
              <a:ahLst/>
              <a:cxnLst/>
              <a:rect l="0" t="0" r="5708650" b="13733145"/>
              <a:pathLst>
                <a:path w="5708650" h="13733145">
                  <a:moveTo>
                    <a:pt x="0" y="0"/>
                  </a:moveTo>
                  <a:lnTo>
                    <a:pt x="5708650" y="0"/>
                  </a:lnTo>
                  <a:lnTo>
                    <a:pt x="5708650" y="13733145"/>
                  </a:lnTo>
                  <a:lnTo>
                    <a:pt x="4941499" y="13733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000"/>
              </a:srgbClr>
            </a:solidFill>
            <a:ln>
              <a:noFill/>
            </a:ln>
            <a:effectLst/>
          </p:spPr>
        </p:sp>
        <p:sp>
          <p:nvSpPr>
            <p:cNvPr id="6" name="Rectangle 28"/>
            <p:cNvSpPr>
              <a:extLst>
                <a:ext uri="smNativeData">
                  <pr:smNativeData xmlns:pr="smNativeData" xmlns="smNativeData" val="SMDATA_15_JjuraBMAAAAlAAAACwAAAA0AAAAAC0MAAPP////7SgAAMCoAAAAAAAAAAAAAAAAAAAEAAABQAAAAAAAAAAAA4D8AAAAAAADgPwAAAAAAAOA/AAAAAAAA4D8AAAAAAADgPwAAAAAAAOA/AAAAAAAA4D8AAAAAAADgPwAAAAAAAOA/AAAAAAAA4D8CAAAAjAAAAAEAAAAAAAAAv+RyAIOxIwAf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+RyAIOxIwAAAAAAAAAAAAAAAAAAAAAAAAAAAAAAAAAAAAAAAAAAAJDCJgV/f38A6+vrA8zMzADAwP8Af39/AAAAAAAAAAAAAAAAAAAAAAAAAAAAIQAAABgAAAAUAAAAF4YAAOX////2lQAAYFQAAAAAAAAmAAAACAAAAP//////////"/>
                </a:ext>
              </a:extLst>
            </p:cNvSpPr>
            <p:nvPr/>
          </p:nvSpPr>
          <p:spPr>
            <a:xfrm>
              <a:off x="21797645" y="-17145"/>
              <a:ext cx="2580005" cy="13733145"/>
            </a:xfrm>
            <a:custGeom>
              <a:avLst/>
              <a:gdLst/>
              <a:ahLst/>
              <a:cxnLst/>
              <a:rect l="0" t="0" r="2580005" b="13733145"/>
              <a:pathLst>
                <a:path w="2580005" h="13733145">
                  <a:moveTo>
                    <a:pt x="2039325" y="0"/>
                  </a:moveTo>
                  <a:lnTo>
                    <a:pt x="2580005" y="0"/>
                  </a:lnTo>
                  <a:lnTo>
                    <a:pt x="2580005" y="13733145"/>
                  </a:lnTo>
                  <a:lnTo>
                    <a:pt x="0" y="13733145"/>
                  </a:lnTo>
                  <a:lnTo>
                    <a:pt x="2039325" y="0"/>
                  </a:lnTo>
                  <a:close/>
                </a:path>
              </a:pathLst>
            </a:custGeom>
            <a:solidFill>
              <a:srgbClr val="BFE472">
                <a:alpha val="69000"/>
              </a:srgbClr>
            </a:solidFill>
            <a:ln>
              <a:noFill/>
            </a:ln>
            <a:effectLst/>
          </p:spPr>
        </p:sp>
        <p:sp>
          <p:nvSpPr>
            <p:cNvPr id="5" name="Rectangle 29"/>
            <p:cNvSpPr>
              <a:extLst>
                <a:ext uri="smNativeData">
                  <pr:smNativeData xmlns:pr="smNativeData" xmlns="smNativeData" val="SMDATA_15_JjuraBMAAAAlAAAACwAAAA0AAAAAS0MAAPP////7SgAAMCoAAAAAAAAAAAAAAAAAAAEAAABQAAAAAAAAAAAA4D8AAAAAAADgPwAAAAAAAOA/AAAAAAAA4D8AAAAAAADgPwAAAAAAAOA/AAAAAAAA4D8AAAAAAADgPwAAAAAAAOA/AAAAAAAA4D8CAAAAjAAAAAEAAAAAAAAAkMImDIOxIwAk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JQmeh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YOxIwAAAAAAAAAAAAAAAAAAAAAAAAAAAAAAAAAAAAAAAAAAAJDCJgV/f38A6+vrA8zMzADAwP8Af39/AAAAAAAAAAAAAAAAAAAAAAAAAAAAIQAAABgAAAAUAAAAloYAAOX////2lQAAYFQAAAAAAAAmAAAACAAAAP//////////"/>
                </a:ext>
              </a:extLst>
            </p:cNvSpPr>
            <p:nvPr/>
          </p:nvSpPr>
          <p:spPr>
            <a:xfrm>
              <a:off x="21878290" y="-17145"/>
              <a:ext cx="2499360" cy="13733145"/>
            </a:xfrm>
            <a:custGeom>
              <a:avLst/>
              <a:gdLst/>
              <a:ahLst/>
              <a:cxnLst/>
              <a:rect l="0" t="0" r="2499360" b="13733145"/>
              <a:pathLst>
                <a:path w="2499360" h="13733145">
                  <a:moveTo>
                    <a:pt x="0" y="0"/>
                  </a:moveTo>
                  <a:lnTo>
                    <a:pt x="2499360" y="0"/>
                  </a:lnTo>
                  <a:lnTo>
                    <a:pt x="2499360" y="13733145"/>
                  </a:lnTo>
                  <a:lnTo>
                    <a:pt x="2218507" y="13733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000"/>
              </a:schemeClr>
            </a:solidFill>
            <a:ln>
              <a:noFill/>
            </a:ln>
            <a:effectLst/>
          </p:spPr>
        </p:sp>
        <p:sp>
          <p:nvSpPr>
            <p:cNvPr id="4" name="Isosceles Triangle 30"/>
            <p:cNvSpPr>
              <a:extLst>
                <a:ext uri="smNativeData">
                  <pr:smNativeData xmlns:pr="smNativeData" xmlns="smNativeData" val="SMDATA_15_JjuraBMAAAAlAAAAagAAAA0AAAAAkAAAAEgAAACQAAAASAAAAAAAAAAAAAAAAAAAAAEAAABQAAAAAAAAAAAA8D8AAAAAAADgPwAAAAAAAOA/AAAAAAAA4D8AAAAAAADgPwAAAAAAAOA/AAAAAAAA4D8AAAAAAADgPwAAAAAAAOA/AAAAAAAA4D8CAAAAjAAAAAEAAAAAAAAAkMImDIOxIwAV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YOxIwAAAAAAAAAAAAAAAAAAAAAAAAAAAAAAAAAAAAAAAAAAAJDCJgV/f38A6+vrA8zMzADAwP8Af39/AAAAAAAAAAAAAAAAAAAAAAAAAAAAIQAAABgAAAAUAAAAm38AACssAAD2lQAAYFQAAAAAAAAmAAAACAAAAP//////////"/>
                </a:ext>
              </a:extLst>
            </p:cNvSpPr>
            <p:nvPr/>
          </p:nvSpPr>
          <p:spPr>
            <a:xfrm>
              <a:off x="20743545" y="7179945"/>
              <a:ext cx="3634105" cy="6536055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9000"/>
              </a:schemeClr>
            </a:solidFill>
            <a:ln>
              <a:noFill/>
            </a:ln>
            <a:effectLst/>
          </p:spPr>
        </p:sp>
        <p:sp>
          <p:nvSpPr>
            <p:cNvPr id="3" name="Isosceles Triangle 18"/>
            <p:cNvSpPr>
              <a:extLst>
                <a:ext uri="smNativeData">
                  <pr:smNativeData xmlns:pr="smNativeData" xmlns="smNativeData" val="SMDATA_15_JjuraBMAAAAlAAAAagAAAA0AAAAAkAAAAEgAAACQAAAASAAAAAAAAAAAAAAAAAAAAAEAAABQAAAAAAAAAAAA8D8AAAAAAADgPwAAAAAAAOA/AAAAAAAA4D8AAAAAAADgPwAAAAAAAOA/AAAAAAAA4D8AAAAAAADgPwAAAAAAAOA/AAAAAAAA4D8CAAAAjAAAAAEAAAAAAAAAkMImDIOxIwAQ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N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YOxIwAAAAAAAAAAAAAAAAAAAAAAAAAAAAAAAAAAAAAAAAAAAJDCJgV/f38A6+vrA8zMzADAwP8Af39/AAAAAAAAAAAAAAAAAAAAAAAAAAAAIQAAABgAAAAUAAAAAAAAAAAAAABeCgAAtkUAAAAAAAAmAAAACAAAAP//////////"/>
                </a:ext>
              </a:extLst>
            </p:cNvSpPr>
            <p:nvPr/>
          </p:nvSpPr>
          <p:spPr>
            <a:xfrm rot="10800000">
              <a:off x="0" y="0"/>
              <a:ext cx="1685290" cy="1133221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4000"/>
              </a:schemeClr>
            </a:solidFill>
            <a:ln>
              <a:noFill/>
            </a:ln>
            <a:effectLst/>
          </p:spPr>
        </p:sp>
      </p:grpSp>
      <p:sp>
        <p:nvSpPr>
          <p:cNvPr id="13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L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xIAAJUdAAAZcgAA1zEAABAAAAAmAAAACAAAAIGgAAAAAAAA"/>
              </a:ext>
            </a:extLst>
          </p:cNvSpPr>
          <p:nvPr>
            <p:ph type="ctrTitle"/>
          </p:nvPr>
        </p:nvSpPr>
        <p:spPr>
          <a:xfrm>
            <a:off x="3014345" y="4808855"/>
            <a:ext cx="15533370" cy="329311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en-us" sz="10800" cap="none">
                <a:solidFill>
                  <a:schemeClr val="accent1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14" name="Subtitle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xIAANcxAAAZcgAAVT8AABAAAAAmAAAACAAAAAGAAAAAAAAA"/>
              </a:ext>
            </a:extLst>
          </p:cNvSpPr>
          <p:nvPr>
            <p:ph type="subTitle" idx="1"/>
          </p:nvPr>
        </p:nvSpPr>
        <p:spPr>
          <a:xfrm>
            <a:off x="3014345" y="8101965"/>
            <a:ext cx="15533370" cy="2193290"/>
          </a:xfrm>
        </p:spPr>
        <p:txBody>
          <a:bodyPr/>
          <a:lstStyle>
            <a:lvl1pPr marL="0" indent="0" algn="r">
              <a:buNone/>
              <a:defRPr lang="en-us" cap="none">
                <a:solidFill>
                  <a:srgbClr val="7F7F7F"/>
                </a:solidFill>
              </a:defRPr>
            </a:lvl1pPr>
            <a:lvl2pPr marL="914400" indent="0" algn="ctr">
              <a:buNone/>
              <a:defRPr lang="en-us" cap="none">
                <a:solidFill>
                  <a:srgbClr val="8C8C8C"/>
                </a:solidFill>
              </a:defRPr>
            </a:lvl2pPr>
            <a:lvl3pPr marL="1828800" indent="0" algn="ctr">
              <a:buNone/>
              <a:defRPr lang="en-us" cap="none">
                <a:solidFill>
                  <a:srgbClr val="8C8C8C"/>
                </a:solidFill>
              </a:defRPr>
            </a:lvl3pPr>
            <a:lvl4pPr marL="2743200" indent="0" algn="ctr">
              <a:buNone/>
              <a:defRPr lang="en-us" cap="none">
                <a:solidFill>
                  <a:srgbClr val="8C8C8C"/>
                </a:solidFill>
              </a:defRPr>
            </a:lvl4pPr>
            <a:lvl5pPr marL="3657600" indent="0" algn="ctr">
              <a:buNone/>
              <a:defRPr lang="en-us" cap="none">
                <a:solidFill>
                  <a:srgbClr val="8C8C8C"/>
                </a:solidFill>
              </a:defRPr>
            </a:lvl5pPr>
            <a:lvl6pPr marL="4572000" indent="0" algn="ctr">
              <a:buNone/>
              <a:defRPr lang="en-us" cap="none">
                <a:solidFill>
                  <a:srgbClr val="8C8C8C"/>
                </a:solidFill>
              </a:defRPr>
            </a:lvl6pPr>
            <a:lvl7pPr marL="5486400" indent="0" algn="ctr">
              <a:buNone/>
              <a:defRPr lang="en-us" cap="none">
                <a:solidFill>
                  <a:srgbClr val="8C8C8C"/>
                </a:solidFill>
              </a:defRPr>
            </a:lvl7pPr>
            <a:lvl8pPr marL="6400800" indent="0" algn="ctr">
              <a:buNone/>
              <a:defRPr lang="en-us" cap="none">
                <a:solidFill>
                  <a:srgbClr val="8C8C8C"/>
                </a:solidFill>
              </a:defRPr>
            </a:lvl8pPr>
            <a:lvl9pPr marL="7315200" indent="0" algn="ctr">
              <a:buNone/>
              <a:defRPr lang="en-us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subtitle style</a:t>
            </a:r>
          </a:p>
        </p:txBody>
      </p:sp>
      <p:sp>
        <p:nvSpPr>
          <p:cNvPr id="15" name="Date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NH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B09C-D2C7-7146-899C-2413FED27F71}" type="datetime1">
              <a:t/>
            </a:fld>
          </a:p>
        </p:txBody>
      </p:sp>
      <p:sp>
        <p:nvSpPr>
          <p:cNvPr id="16" name="Footer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17" name="Slide Numb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N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F54A-04C7-7103-899C-F256BBD27FA7}" type="slidenum">
              <a:rPr lang="en-in" cap="none"/>
              <a:t/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NH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gAAAAAAAA"/>
              </a:ext>
            </a:extLst>
          </p:cNvSpPr>
          <p:nvPr>
            <p:ph type="title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>
              <a:defRPr lang="en-us" sz="7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O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JUaAAAZcgAAVEo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K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B7CA-84C7-7141-899C-7214F9D27F27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L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D65F-11C7-7120-899C-E77598D27FB2}" type="slidenum">
              <a:rPr lang="en-in" cap="none"/>
              <a:t/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DshAAAZcgAAtDcAABAAAAAmAAAACAAAAIGAAAAAAAAA"/>
              </a:ext>
            </a:extLst>
          </p:cNvSpPr>
          <p:nvPr>
            <p:ph type="title"/>
          </p:nvPr>
        </p:nvSpPr>
        <p:spPr>
          <a:xfrm>
            <a:off x="1354455" y="5401945"/>
            <a:ext cx="17193260" cy="365315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en-us" sz="8000" b="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LQ3AAAZcgAASkIAABAAAAAmAAAACAAAAAGAAAAAAAAA"/>
              </a:ext>
            </a:extLst>
          </p:cNvSpPr>
          <p:nvPr>
            <p:ph idx="1"/>
          </p:nvPr>
        </p:nvSpPr>
        <p:spPr>
          <a:xfrm>
            <a:off x="1354455" y="9055100"/>
            <a:ext cx="17193260" cy="1720850"/>
          </a:xfrm>
        </p:spPr>
        <p:txBody>
          <a:bodyPr/>
          <a:lstStyle>
            <a:lvl1pPr marL="0" indent="0" algn="l">
              <a:buNone/>
              <a:defRPr lang="en-us" sz="4000" cap="none">
                <a:solidFill>
                  <a:srgbClr val="7F7F7F"/>
                </a:solidFill>
              </a:defRPr>
            </a:lvl1pPr>
            <a:lvl2pPr marL="914400" indent="0">
              <a:buNone/>
              <a:defRPr lang="en-us" sz="3600" cap="none">
                <a:solidFill>
                  <a:srgbClr val="8C8C8C"/>
                </a:solidFill>
              </a:defRPr>
            </a:lvl2pPr>
            <a:lvl3pPr marL="1828800" indent="0">
              <a:buNone/>
              <a:defRPr lang="en-us" sz="3200" cap="none">
                <a:solidFill>
                  <a:srgbClr val="8C8C8C"/>
                </a:solidFill>
              </a:defRPr>
            </a:lvl3pPr>
            <a:lvl4pPr marL="2743200" indent="0">
              <a:buNone/>
              <a:defRPr lang="en-us" sz="2800" cap="none">
                <a:solidFill>
                  <a:srgbClr val="8C8C8C"/>
                </a:solidFill>
              </a:defRPr>
            </a:lvl4pPr>
            <a:lvl5pPr marL="3657600" indent="0">
              <a:buNone/>
              <a:defRPr lang="en-us" sz="2800" cap="none">
                <a:solidFill>
                  <a:srgbClr val="8C8C8C"/>
                </a:solidFill>
              </a:defRPr>
            </a:lvl5pPr>
            <a:lvl6pPr marL="4572000" indent="0">
              <a:buNone/>
              <a:defRPr lang="en-us" sz="2800" cap="none">
                <a:solidFill>
                  <a:srgbClr val="8C8C8C"/>
                </a:solidFill>
              </a:defRPr>
            </a:lvl6pPr>
            <a:lvl7pPr marL="5486400" indent="0">
              <a:buNone/>
              <a:defRPr lang="en-us" sz="2800" cap="none">
                <a:solidFill>
                  <a:srgbClr val="8C8C8C"/>
                </a:solidFill>
              </a:defRPr>
            </a:lvl7pPr>
            <a:lvl8pPr marL="6400800" indent="0">
              <a:buNone/>
              <a:defRPr lang="en-us" sz="2800" cap="none">
                <a:solidFill>
                  <a:srgbClr val="8C8C8C"/>
                </a:solidFill>
              </a:defRPr>
            </a:lvl8pPr>
            <a:lvl9pPr marL="7315200" indent="0">
              <a:buNone/>
              <a:defRPr lang="en-us" sz="28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C225-6BC7-7134-899C-9D618CD27FC8}" type="datetime1">
              <a:t>4/10/2025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FBD5-9BC7-710D-899C-6D58B5D27F38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JUaAADPOwAAVEoAABAAAAAmAAAACAAAAAEAAAAAAAAA"/>
              </a:ext>
            </a:extLst>
          </p:cNvSpPr>
          <p:nvPr>
            <p:ph idx="1"/>
          </p:nvPr>
        </p:nvSpPr>
        <p:spPr>
          <a:xfrm>
            <a:off x="1354455" y="4321175"/>
            <a:ext cx="8368030" cy="7761605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nz4AAJUaAAAZcgAAVEoAABAAAAAmAAAACAAAAAEAAAAAAAAA"/>
              </a:ext>
            </a:extLst>
          </p:cNvSpPr>
          <p:nvPr>
            <p:ph idx="2"/>
          </p:nvPr>
        </p:nvSpPr>
        <p:spPr>
          <a:xfrm>
            <a:off x="10179685" y="4321175"/>
            <a:ext cx="8368030" cy="7761605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9E2F-61C7-7168-899C-973DD0D27FC2}" type="datetime1">
              <a:t>4/10/2025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C740-0EC7-7131-899C-F86489D27FAD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AgAAJYaAADPOwAArSEAABAAAAAmAAAACAAAAIGgAAAAAAAA"/>
              </a:ext>
            </a:extLst>
          </p:cNvSpPr>
          <p:nvPr>
            <p:ph idx="1"/>
          </p:nvPr>
        </p:nvSpPr>
        <p:spPr>
          <a:xfrm>
            <a:off x="1351280" y="4321810"/>
            <a:ext cx="8371205" cy="115252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4800" b="0" cap="none"/>
            </a:lvl1pPr>
            <a:lvl2pPr marL="914400" indent="0">
              <a:buNone/>
              <a:defRPr lang="en-us" sz="4000" b="1" cap="none"/>
            </a:lvl2pPr>
            <a:lvl3pPr marL="1828800" indent="0">
              <a:buNone/>
              <a:defRPr lang="en-us" sz="3600" b="1" cap="none"/>
            </a:lvl3pPr>
            <a:lvl4pPr marL="2743200" indent="0">
              <a:buNone/>
              <a:defRPr lang="en-us" sz="3200" b="1" cap="none"/>
            </a:lvl4pPr>
            <a:lvl5pPr marL="3657600" indent="0">
              <a:buNone/>
              <a:defRPr lang="en-us" sz="3200" b="1" cap="none"/>
            </a:lvl5pPr>
            <a:lvl6pPr marL="4572000" indent="0">
              <a:buNone/>
              <a:defRPr lang="en-us" sz="3200" b="1" cap="none"/>
            </a:lvl6pPr>
            <a:lvl7pPr marL="5486400" indent="0">
              <a:buNone/>
              <a:defRPr lang="en-us" sz="3200" b="1" cap="none"/>
            </a:lvl7pPr>
            <a:lvl8pPr marL="6400800" indent="0">
              <a:buNone/>
              <a:defRPr lang="en-us" sz="3200" b="1" cap="none"/>
            </a:lvl8pPr>
            <a:lvl9pPr marL="7315200" indent="0">
              <a:buNone/>
              <a:defRPr lang="en-us" sz="32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AgAAK0hAADPOwAAVEoAABAAAAAmAAAACAAAAAEgAAAAAAAA"/>
              </a:ext>
            </a:extLst>
          </p:cNvSpPr>
          <p:nvPr>
            <p:ph idx="2"/>
          </p:nvPr>
        </p:nvSpPr>
        <p:spPr>
          <a:xfrm>
            <a:off x="1351280" y="5474335"/>
            <a:ext cx="8371205" cy="66084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mj4AAJYaAAAZcgAArSEAABAAAAAmAAAACAAAAIGgAAAAAAAA"/>
              </a:ext>
            </a:extLst>
          </p:cNvSpPr>
          <p:nvPr>
            <p:ph idx="3"/>
          </p:nvPr>
        </p:nvSpPr>
        <p:spPr>
          <a:xfrm>
            <a:off x="10176510" y="4321810"/>
            <a:ext cx="8371205" cy="115252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4800" b="0" cap="none"/>
            </a:lvl1pPr>
            <a:lvl2pPr marL="914400" indent="0">
              <a:buNone/>
              <a:defRPr lang="en-us" sz="4000" b="1" cap="none"/>
            </a:lvl2pPr>
            <a:lvl3pPr marL="1828800" indent="0">
              <a:buNone/>
              <a:defRPr lang="en-us" sz="3600" b="1" cap="none"/>
            </a:lvl3pPr>
            <a:lvl4pPr marL="2743200" indent="0">
              <a:buNone/>
              <a:defRPr lang="en-us" sz="3200" b="1" cap="none"/>
            </a:lvl4pPr>
            <a:lvl5pPr marL="3657600" indent="0">
              <a:buNone/>
              <a:defRPr lang="en-us" sz="3200" b="1" cap="none"/>
            </a:lvl5pPr>
            <a:lvl6pPr marL="4572000" indent="0">
              <a:buNone/>
              <a:defRPr lang="en-us" sz="3200" b="1" cap="none"/>
            </a:lvl6pPr>
            <a:lvl7pPr marL="5486400" indent="0">
              <a:buNone/>
              <a:defRPr lang="en-us" sz="3200" b="1" cap="none"/>
            </a:lvl7pPr>
            <a:lvl8pPr marL="6400800" indent="0">
              <a:buNone/>
              <a:defRPr lang="en-us" sz="3200" b="1" cap="none"/>
            </a:lvl8pPr>
            <a:lvl9pPr marL="7315200" indent="0">
              <a:buNone/>
              <a:defRPr lang="en-us" sz="32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mj4AAK0hAAAZcgAAVEoAABAAAAAmAAAACAAAAAEgAAAAAAAA"/>
              </a:ext>
            </a:extLst>
          </p:cNvSpPr>
          <p:nvPr>
            <p:ph idx="4"/>
          </p:nvPr>
        </p:nvSpPr>
        <p:spPr>
          <a:xfrm>
            <a:off x="10176510" y="5474335"/>
            <a:ext cx="8371205" cy="66084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CC91-DFC7-713A-899C-296F82D27F7C}" type="datetime1">
              <a:t>4/10/2025</a:t>
            </a:fld>
          </a:p>
        </p:txBody>
      </p:sp>
      <p:sp>
        <p:nvSpPr>
          <p:cNvPr id="8" name="Footer Placeholder 7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9" name="Slide Number Placeholder 8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A370-3EC7-7155-899C-C800EDD27F9D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C47D-33C7-7132-899C-C5678AD27F90}" type="datetime1">
              <a:t>4/10/2025</a:t>
            </a:fld>
          </a:p>
        </p:txBody>
      </p:sp>
      <p:sp>
        <p:nvSpPr>
          <p:cNvPr id="4" name="Footer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F84A-04C7-710E-899C-F25BB6D27FA7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8E55-1BC7-7178-899C-ED2DC0D27FB8}" type="datetime1">
              <a:t>4/10/2025</a:t>
            </a:fld>
          </a:p>
        </p:txBody>
      </p:sp>
      <p:sp>
        <p:nvSpPr>
          <p:cNvPr id="3" name="Footer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A111-5FC7-7157-899C-A902EFD27FFC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HASAADCNwAAKyIAABAAAAAmAAAACAAAAIGgAAAAAAAA"/>
              </a:ext>
            </a:extLst>
          </p:cNvSpPr>
          <p:nvPr>
            <p:ph type="title"/>
          </p:nvPr>
        </p:nvSpPr>
        <p:spPr>
          <a:xfrm>
            <a:off x="1354455" y="2997200"/>
            <a:ext cx="7709535" cy="25571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en-us" sz="40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kjoAAFYGAAAZcgAAVEoAABAAAAAmAAAACAAAAAEgAAAAAAAA"/>
              </a:ext>
            </a:extLst>
          </p:cNvSpPr>
          <p:nvPr>
            <p:ph idx="1"/>
          </p:nvPr>
        </p:nvSpPr>
        <p:spPr>
          <a:xfrm>
            <a:off x="9521190" y="1029970"/>
            <a:ext cx="9026525" cy="1105281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CsiAADCNwAA90EAABAAAAAmAAAACAAAAAGgAAAAAAAA"/>
              </a:ext>
            </a:extLst>
          </p:cNvSpPr>
          <p:nvPr>
            <p:ph idx="2"/>
          </p:nvPr>
        </p:nvSpPr>
        <p:spPr>
          <a:xfrm>
            <a:off x="1354455" y="5554345"/>
            <a:ext cx="7709535" cy="51689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en-us" sz="2800" cap="none"/>
            </a:lvl1pPr>
            <a:lvl2pPr marL="914400" indent="0">
              <a:buNone/>
              <a:defRPr lang="en-us" sz="2800" cap="none"/>
            </a:lvl2pPr>
            <a:lvl3pPr marL="1828165" indent="0">
              <a:buNone/>
              <a:defRPr lang="en-us" sz="2400" cap="none"/>
            </a:lvl3pPr>
            <a:lvl4pPr marL="2742565" indent="0">
              <a:buNone/>
              <a:defRPr lang="en-us" sz="2000" cap="none"/>
            </a:lvl4pPr>
            <a:lvl5pPr marL="3656330" indent="0">
              <a:buNone/>
              <a:defRPr lang="en-us" sz="2000" cap="none"/>
            </a:lvl5pPr>
            <a:lvl6pPr marL="4570730" indent="0">
              <a:buNone/>
              <a:defRPr lang="en-us" sz="2000" cap="none"/>
            </a:lvl6pPr>
            <a:lvl7pPr marL="5484495" indent="0">
              <a:buNone/>
              <a:defRPr lang="en-us" sz="2000" cap="none"/>
            </a:lvl7pPr>
            <a:lvl8pPr marL="6398895" indent="0">
              <a:buNone/>
              <a:defRPr lang="en-us" sz="2000" cap="none"/>
            </a:lvl8pPr>
            <a:lvl9pPr marL="7313295" indent="0">
              <a:buNone/>
              <a:defRPr lang="en-us" sz="2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B261-2FC7-7144-899C-D911FCD27F8C}" type="datetime1">
              <a:t>4/10/2025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AC6A-24C7-715A-899C-D20FE2D27F87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BA7AAAZcgAACUIAABAAAAAmAAAACAAAAIGgAAAAAAAA"/>
              </a:ext>
            </a:extLst>
          </p:cNvSpPr>
          <p:nvPr>
            <p:ph type="title"/>
          </p:nvPr>
        </p:nvSpPr>
        <p:spPr>
          <a:xfrm>
            <a:off x="1354455" y="9601200"/>
            <a:ext cx="17193260" cy="113347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en-us" sz="4800" b="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rrowheads="1"/>
            <a:extLst>
              <a:ext uri="smNativeData">
                <pr:smNativeData xmlns:pr="smNativeData" xmlns="smNativeData" val="SMDATA_15_JjuraBMAAAAlAAAAZA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0DYAABAAAAAmAAAACAAAAAGgAAAAAAAA"/>
              </a:ext>
            </a:extLst>
          </p:cNvSpPr>
          <p:nvPr>
            <p:ph type="pic" idx="1"/>
          </p:nvPr>
        </p:nvSpPr>
        <p:spPr>
          <a:xfrm>
            <a:off x="1354455" y="1219200"/>
            <a:ext cx="17193260" cy="769112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 algn="ctr">
              <a:buNone/>
              <a:defRPr lang="en-us" sz="3200" cap="none"/>
            </a:lvl1pPr>
            <a:lvl2pPr marL="914400" indent="0">
              <a:buNone/>
              <a:defRPr lang="en-us" sz="3200" cap="none"/>
            </a:lvl2pPr>
            <a:lvl3pPr marL="1828800" indent="0">
              <a:buNone/>
              <a:defRPr lang="en-us" sz="3200" cap="none"/>
            </a:lvl3pPr>
            <a:lvl4pPr marL="2743200" indent="0">
              <a:buNone/>
              <a:defRPr lang="en-us" sz="3200" cap="none"/>
            </a:lvl4pPr>
            <a:lvl5pPr marL="3657600" indent="0">
              <a:buNone/>
              <a:defRPr lang="en-us" sz="3200" cap="none"/>
            </a:lvl5pPr>
            <a:lvl6pPr marL="4572000" indent="0">
              <a:buNone/>
              <a:defRPr lang="en-us" sz="3200" cap="none"/>
            </a:lvl6pPr>
            <a:lvl7pPr marL="5486400" indent="0">
              <a:buNone/>
              <a:defRPr lang="en-us" sz="3200" cap="none"/>
            </a:lvl7pPr>
            <a:lvl8pPr marL="6400800" indent="0">
              <a:buNone/>
              <a:defRPr lang="en-us" sz="3200" cap="none"/>
            </a:lvl8pPr>
            <a:lvl9pPr marL="7315200" indent="0">
              <a:buNone/>
              <a:defRPr lang="en-us" sz="3200" cap="none"/>
            </a:lvl9pPr>
          </a:lstStyle>
          <a:p>
            <a:pPr>
              <a:defRPr lang="en-us"/>
            </a:pPr>
            <a:r>
              <a:t>Click icon to add picture</a:t>
            </a: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AlCAAAZcgAAVEoAABAAAAAmAAAACAAAAAGgAAAAAAAA"/>
              </a:ext>
            </a:extLst>
          </p:cNvSpPr>
          <p:nvPr>
            <p:ph idx="2"/>
          </p:nvPr>
        </p:nvSpPr>
        <p:spPr>
          <a:xfrm>
            <a:off x="1354455" y="10734675"/>
            <a:ext cx="17193260" cy="134810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en-us" sz="2400" cap="none"/>
            </a:lvl1pPr>
            <a:lvl2pPr marL="914400" indent="0">
              <a:buNone/>
              <a:defRPr lang="en-us" sz="2400" cap="none"/>
            </a:lvl2pPr>
            <a:lvl3pPr marL="1828800" indent="0">
              <a:buNone/>
              <a:defRPr lang="en-us" sz="2000" cap="none"/>
            </a:lvl3pPr>
            <a:lvl4pPr marL="2743200" indent="0">
              <a:buNone/>
              <a:defRPr lang="en-us" sz="1800" cap="none"/>
            </a:lvl4pPr>
            <a:lvl5pPr marL="3657600" indent="0">
              <a:buNone/>
              <a:defRPr lang="en-us" sz="1800" cap="none"/>
            </a:lvl5pPr>
            <a:lvl6pPr marL="4572000" indent="0">
              <a:buNone/>
              <a:defRPr lang="en-us" sz="1800" cap="none"/>
            </a:lvl6pPr>
            <a:lvl7pPr marL="5486400" indent="0">
              <a:buNone/>
              <a:defRPr lang="en-us" sz="1800" cap="none"/>
            </a:lvl7pPr>
            <a:lvl8pPr marL="6400800" indent="0">
              <a:buNone/>
              <a:defRPr lang="en-us" sz="1800" cap="none"/>
            </a:lvl8pPr>
            <a:lvl9pPr marL="7315200" indent="0">
              <a:buNone/>
              <a:defRPr lang="en-us" sz="18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C595-DBC7-7133-899C-2D668BD27F78}" type="datetime1">
              <a:t>4/10/2025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AC8C-C2C7-715A-899C-340FE2D27F61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YDEAABAAAAAmAAAACAAAAIGgAAAAAAAA"/>
              </a:ext>
            </a:extLst>
          </p:cNvSpPr>
          <p:nvPr>
            <p:ph type="title"/>
          </p:nvPr>
        </p:nvSpPr>
        <p:spPr>
          <a:xfrm>
            <a:off x="1354455" y="1219200"/>
            <a:ext cx="17193260" cy="68072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8800" b="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AA3AAAZcgAAVEoAABAAAAAmAAAACAAAAIGgAAAAAAAA"/>
              </a:ext>
            </a:extLst>
          </p:cNvSpPr>
          <p:nvPr>
            <p:ph idx="1"/>
          </p:nvPr>
        </p:nvSpPr>
        <p:spPr>
          <a:xfrm>
            <a:off x="1354455" y="8940800"/>
            <a:ext cx="17193260" cy="314198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L="0" indent="0" algn="l">
              <a:buNone/>
              <a:defRPr lang="en-us" sz="3600" cap="none">
                <a:solidFill>
                  <a:srgbClr val="3F3F3F"/>
                </a:solidFill>
              </a:defRPr>
            </a:lvl1pPr>
            <a:lvl2pPr marL="914400" indent="0">
              <a:buNone/>
              <a:defRPr lang="en-us" sz="3600" cap="none">
                <a:solidFill>
                  <a:srgbClr val="8C8C8C"/>
                </a:solidFill>
              </a:defRPr>
            </a:lvl2pPr>
            <a:lvl3pPr marL="1828800" indent="0">
              <a:buNone/>
              <a:defRPr lang="en-us" sz="3200" cap="none">
                <a:solidFill>
                  <a:srgbClr val="8C8C8C"/>
                </a:solidFill>
              </a:defRPr>
            </a:lvl3pPr>
            <a:lvl4pPr marL="2743200" indent="0">
              <a:buNone/>
              <a:defRPr lang="en-us" sz="2800" cap="none">
                <a:solidFill>
                  <a:srgbClr val="8C8C8C"/>
                </a:solidFill>
              </a:defRPr>
            </a:lvl4pPr>
            <a:lvl5pPr marL="3657600" indent="0">
              <a:buNone/>
              <a:defRPr lang="en-us" sz="2800" cap="none">
                <a:solidFill>
                  <a:srgbClr val="8C8C8C"/>
                </a:solidFill>
              </a:defRPr>
            </a:lvl5pPr>
            <a:lvl6pPr marL="4572000" indent="0">
              <a:buNone/>
              <a:defRPr lang="en-us" sz="2800" cap="none">
                <a:solidFill>
                  <a:srgbClr val="8C8C8C"/>
                </a:solidFill>
              </a:defRPr>
            </a:lvl6pPr>
            <a:lvl7pPr marL="5486400" indent="0">
              <a:buNone/>
              <a:defRPr lang="en-us" sz="2800" cap="none">
                <a:solidFill>
                  <a:srgbClr val="8C8C8C"/>
                </a:solidFill>
              </a:defRPr>
            </a:lvl7pPr>
            <a:lvl8pPr marL="6400800" indent="0">
              <a:buNone/>
              <a:defRPr lang="en-us" sz="2800" cap="none">
                <a:solidFill>
                  <a:srgbClr val="8C8C8C"/>
                </a:solidFill>
              </a:defRPr>
            </a:lvl8pPr>
            <a:lvl9pPr marL="7315200" indent="0">
              <a:buNone/>
              <a:defRPr lang="en-us" sz="28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B1CF-81C7-7147-899C-7712FFD27F22}" type="datetime1">
              <a:t>4/10/2025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84CF-81C7-7172-899C-7727CAD27F22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dQsAAIAHAAALbwAAsCwAABAAAAAmAAAACAAAAIGgAAAAAAAA"/>
              </a:ext>
            </a:extLst>
          </p:cNvSpPr>
          <p:nvPr>
            <p:ph type="title"/>
          </p:nvPr>
        </p:nvSpPr>
        <p:spPr>
          <a:xfrm>
            <a:off x="1862455" y="1219200"/>
            <a:ext cx="16188690" cy="60452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8800" b="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9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zxAAALAsAACxaQAAYDEAABAAAAAmAAAACAAAAIGgAAAAAAAA"/>
              </a:ext>
            </a:extLst>
          </p:cNvSpPr>
          <p:nvPr>
            <p:ph idx="13"/>
          </p:nvPr>
        </p:nvSpPr>
        <p:spPr>
          <a:xfrm>
            <a:off x="2732405" y="7264400"/>
            <a:ext cx="14448790" cy="7620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L="0" indent="0">
              <a:buNone/>
              <a:defRPr lang="en-us" sz="3200" cap="none">
                <a:solidFill>
                  <a:srgbClr val="7F7F7F"/>
                </a:solidFill>
              </a:defRPr>
            </a:lvl1pPr>
            <a:lvl2pPr marL="914400" indent="0">
              <a:buNone/>
              <a:defRPr lang="en-us"/>
            </a:lvl2pPr>
            <a:lvl3pPr marL="1828800" indent="0">
              <a:buNone/>
              <a:defRPr lang="en-us"/>
            </a:lvl3pPr>
            <a:lvl4pPr marL="2743200" indent="0">
              <a:buNone/>
              <a:defRPr lang="en-us"/>
            </a:lvl4pPr>
            <a:lvl5pPr marL="3657600" indent="0">
              <a:buNone/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Tex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AA3AAAZcgAAVEoAABAAAAAmAAAACAAAAIGgAAAAAAAA"/>
              </a:ext>
            </a:extLst>
          </p:cNvSpPr>
          <p:nvPr>
            <p:ph idx="1"/>
          </p:nvPr>
        </p:nvSpPr>
        <p:spPr>
          <a:xfrm>
            <a:off x="1354455" y="8940800"/>
            <a:ext cx="17193260" cy="314198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L="0" indent="0" algn="l">
              <a:buNone/>
              <a:defRPr lang="en-us" sz="3600" cap="none">
                <a:solidFill>
                  <a:srgbClr val="3F3F3F"/>
                </a:solidFill>
              </a:defRPr>
            </a:lvl1pPr>
            <a:lvl2pPr marL="914400" indent="0">
              <a:buNone/>
              <a:defRPr lang="en-us" sz="3600" cap="none">
                <a:solidFill>
                  <a:srgbClr val="8C8C8C"/>
                </a:solidFill>
              </a:defRPr>
            </a:lvl2pPr>
            <a:lvl3pPr marL="1828800" indent="0">
              <a:buNone/>
              <a:defRPr lang="en-us" sz="3200" cap="none">
                <a:solidFill>
                  <a:srgbClr val="8C8C8C"/>
                </a:solidFill>
              </a:defRPr>
            </a:lvl3pPr>
            <a:lvl4pPr marL="2743200" indent="0">
              <a:buNone/>
              <a:defRPr lang="en-us" sz="2800" cap="none">
                <a:solidFill>
                  <a:srgbClr val="8C8C8C"/>
                </a:solidFill>
              </a:defRPr>
            </a:lvl4pPr>
            <a:lvl5pPr marL="3657600" indent="0">
              <a:buNone/>
              <a:defRPr lang="en-us" sz="2800" cap="none">
                <a:solidFill>
                  <a:srgbClr val="8C8C8C"/>
                </a:solidFill>
              </a:defRPr>
            </a:lvl5pPr>
            <a:lvl6pPr marL="4572000" indent="0">
              <a:buNone/>
              <a:defRPr lang="en-us" sz="2800" cap="none">
                <a:solidFill>
                  <a:srgbClr val="8C8C8C"/>
                </a:solidFill>
              </a:defRPr>
            </a:lvl6pPr>
            <a:lvl7pPr marL="5486400" indent="0">
              <a:buNone/>
              <a:defRPr lang="en-us" sz="2800" cap="none">
                <a:solidFill>
                  <a:srgbClr val="8C8C8C"/>
                </a:solidFill>
              </a:defRPr>
            </a:lvl7pPr>
            <a:lvl8pPr marL="6400800" indent="0">
              <a:buNone/>
              <a:defRPr lang="en-us" sz="2800" cap="none">
                <a:solidFill>
                  <a:srgbClr val="8C8C8C"/>
                </a:solidFill>
              </a:defRPr>
            </a:lvl8pPr>
            <a:lvl9pPr marL="7315200" indent="0">
              <a:buNone/>
              <a:defRPr lang="en-us" sz="28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D1AA-E4C7-7127-899C-12729FD27F47}" type="datetime1">
              <a:t>4/10/2025</a:t>
            </a:fld>
          </a:p>
        </p:txBody>
      </p:sp>
      <p:sp>
        <p:nvSpPr>
          <p:cNvPr id="6" name="Footer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S67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E025-6BC7-7116-899C-9D43AED27FC8}" type="slidenum">
              <a:rPr lang="en-in" cap="none"/>
              <a:t>‹#›</a:t>
            </a:fld>
            <a:endParaRPr lang="en-in" cap="none"/>
          </a:p>
        </p:txBody>
      </p:sp>
      <p:sp>
        <p:nvSpPr>
          <p:cNvPr id="8" name="TextBox 19"/>
          <p:cNvSpPr>
            <a:extLst>
              <a:ext uri="smNativeData">
                <pr:smNativeData xmlns:pr="smNativeData" xmlns="smNativeData" val="SMDATA_15_JjuraBMAAAAlAAAAZAAAAA0AAAAAIAEAAJAAAAAgAQAAk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qwYAALkJAAArDgAA6xAAABAAAAAmAAAACAAAAP//////////"/>
              </a:ext>
            </a:extLst>
          </p:cNvSpPr>
          <p:nvPr/>
        </p:nvSpPr>
        <p:spPr>
          <a:xfrm>
            <a:off x="1083945" y="1580515"/>
            <a:ext cx="1219200" cy="11696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2880" tIns="91440" rIns="182880" bIns="91440" numCol="1" spcCol="215900" anchor="ctr"/>
          <a:lstStyle/>
          <a:p>
            <a:pPr>
              <a:defRPr lang="en-us"/>
            </a:pPr>
            <a:r>
              <a:rPr lang="en-us" sz="16000" cap="none">
                <a:solidFill>
                  <a:srgbClr val="BFE472"/>
                </a:solidFill>
                <a:latin typeface="Arial" pitchFamily="2" charset="0"/>
                <a:ea typeface="Trebuchet MS" pitchFamily="2" charset="0"/>
                <a:cs typeface="Trebuchet MS" pitchFamily="2" charset="0"/>
              </a:rPr>
              <a:t>“</a:t>
            </a:r>
            <a:endParaRPr lang="en-us" sz="16000" cap="none">
              <a:solidFill>
                <a:srgbClr val="BFE472"/>
              </a:solidFill>
              <a:latin typeface="Arial" pitchFamily="2" charset="0"/>
              <a:ea typeface="Trebuchet MS" pitchFamily="2" charset="0"/>
              <a:cs typeface="Trebuchet MS" pitchFamily="2" charset="0"/>
            </a:endParaRPr>
          </a:p>
        </p:txBody>
      </p:sp>
      <p:sp>
        <p:nvSpPr>
          <p:cNvPr id="9" name="TextBox 21"/>
          <p:cNvSpPr>
            <a:extLst>
              <a:ext uri="smNativeData">
                <pr:smNativeData xmlns:pr="smNativeData" xmlns="smNativeData" val="SMDATA_15_JjuraBMAAAAlAAAAZAAAAA0AAAAAIAEAAJAAAAAgAQAAk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W0AAIQjAADpdAAAtSoAABAAAAAmAAAACAAAAP//////////"/>
              </a:ext>
            </a:extLst>
          </p:cNvSpPr>
          <p:nvPr/>
        </p:nvSpPr>
        <p:spPr>
          <a:xfrm>
            <a:off x="17785715" y="5773420"/>
            <a:ext cx="1219200" cy="11690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2880" tIns="91440" rIns="182880" bIns="91440" numCol="1" spcCol="215900" anchor="ctr"/>
          <a:lstStyle/>
          <a:p>
            <a:pPr>
              <a:defRPr lang="en-us"/>
            </a:pPr>
            <a:r>
              <a:rPr lang="en-us" sz="16000" cap="none">
                <a:solidFill>
                  <a:srgbClr val="BFE472"/>
                </a:solidFill>
                <a:latin typeface="Arial" pitchFamily="2" charset="0"/>
                <a:ea typeface="Trebuchet MS" pitchFamily="2" charset="0"/>
                <a:cs typeface="Trebuchet MS" pitchFamily="2" charset="0"/>
              </a:rPr>
              <a:t>”</a:t>
            </a:r>
            <a:endParaRPr lang="en-us" sz="9600" cap="none">
              <a:solidFill>
                <a:srgbClr val="BFE472"/>
              </a:solidFill>
              <a:latin typeface="Arial" pitchFamily="2" charset="0"/>
              <a:ea typeface="Trebuchet MS" pitchFamily="2" charset="0"/>
              <a:cs typeface="Trebuchet MS" pitchFamily="2" charset="0"/>
            </a:endParaRPr>
          </a:p>
        </p:txBody>
      </p:sp>
    </p:spTree>
  </p:cSld>
  <p:clrMapOvr>
    <a:masterClrMapping/>
  </p:clrMapOvr>
  <p:hf hdr="0" ftr="0"/>
</p:sldLayout>
</file>

<file path=ppt/slideLayouts/slideLayout1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MUXAAAZcgAAtDcAABAAAAAmAAAACAAAAIGgAAAAAAAA"/>
              </a:ext>
            </a:extLst>
          </p:cNvSpPr>
          <p:nvPr>
            <p:ph type="title"/>
          </p:nvPr>
        </p:nvSpPr>
        <p:spPr>
          <a:xfrm>
            <a:off x="1354455" y="3863975"/>
            <a:ext cx="17193260" cy="519112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en-us" sz="8800" b="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LQ3AAAZcgAAVEoAABAAAAAmAAAACAAAAAGgAAAAAAAA"/>
              </a:ext>
            </a:extLst>
          </p:cNvSpPr>
          <p:nvPr>
            <p:ph idx="1"/>
          </p:nvPr>
        </p:nvSpPr>
        <p:spPr>
          <a:xfrm>
            <a:off x="1354455" y="9055100"/>
            <a:ext cx="17193260" cy="30276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 algn="l">
              <a:buNone/>
              <a:defRPr lang="en-us" sz="3600" cap="none">
                <a:solidFill>
                  <a:srgbClr val="3F3F3F"/>
                </a:solidFill>
              </a:defRPr>
            </a:lvl1pPr>
            <a:lvl2pPr marL="914400" indent="0">
              <a:buNone/>
              <a:defRPr lang="en-us" sz="3600" cap="none">
                <a:solidFill>
                  <a:srgbClr val="8C8C8C"/>
                </a:solidFill>
              </a:defRPr>
            </a:lvl2pPr>
            <a:lvl3pPr marL="1828800" indent="0">
              <a:buNone/>
              <a:defRPr lang="en-us" sz="3200" cap="none">
                <a:solidFill>
                  <a:srgbClr val="8C8C8C"/>
                </a:solidFill>
              </a:defRPr>
            </a:lvl3pPr>
            <a:lvl4pPr marL="2743200" indent="0">
              <a:buNone/>
              <a:defRPr lang="en-us" sz="2800" cap="none">
                <a:solidFill>
                  <a:srgbClr val="8C8C8C"/>
                </a:solidFill>
              </a:defRPr>
            </a:lvl4pPr>
            <a:lvl5pPr marL="3657600" indent="0">
              <a:buNone/>
              <a:defRPr lang="en-us" sz="2800" cap="none">
                <a:solidFill>
                  <a:srgbClr val="8C8C8C"/>
                </a:solidFill>
              </a:defRPr>
            </a:lvl5pPr>
            <a:lvl6pPr marL="4572000" indent="0">
              <a:buNone/>
              <a:defRPr lang="en-us" sz="2800" cap="none">
                <a:solidFill>
                  <a:srgbClr val="8C8C8C"/>
                </a:solidFill>
              </a:defRPr>
            </a:lvl6pPr>
            <a:lvl7pPr marL="5486400" indent="0">
              <a:buNone/>
              <a:defRPr lang="en-us" sz="2800" cap="none">
                <a:solidFill>
                  <a:srgbClr val="8C8C8C"/>
                </a:solidFill>
              </a:defRPr>
            </a:lvl7pPr>
            <a:lvl8pPr marL="6400800" indent="0">
              <a:buNone/>
              <a:defRPr lang="en-us" sz="2800" cap="none">
                <a:solidFill>
                  <a:srgbClr val="8C8C8C"/>
                </a:solidFill>
              </a:defRPr>
            </a:lvl8pPr>
            <a:lvl9pPr marL="7315200" indent="0">
              <a:buNone/>
              <a:defRPr lang="en-us" sz="28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A3ED-A3C7-7155-899C-5500EDD27F00}" type="datetime1">
              <a:t>4/10/2025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9617-59C7-7160-899C-AF35D8D27FFA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N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dQsAAIAHAAALbwAAsCwAABAAAAAmAAAACAAAAIGgAAAAAAAA"/>
              </a:ext>
            </a:extLst>
          </p:cNvSpPr>
          <p:nvPr>
            <p:ph type="title"/>
          </p:nvPr>
        </p:nvSpPr>
        <p:spPr>
          <a:xfrm>
            <a:off x="1862455" y="1219200"/>
            <a:ext cx="16188690" cy="60452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8800" b="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9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NT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GAxAAAZcgAAtDcAABAAAAAmAAAACAAAAIGgAAAAAAAA"/>
              </a:ext>
            </a:extLst>
          </p:cNvSpPr>
          <p:nvPr>
            <p:ph idx="13"/>
          </p:nvPr>
        </p:nvSpPr>
        <p:spPr>
          <a:xfrm>
            <a:off x="1354455" y="8026400"/>
            <a:ext cx="17193260" cy="10287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4800" cap="none">
                <a:solidFill>
                  <a:srgbClr val="3F3F3F"/>
                </a:solidFill>
              </a:defRPr>
            </a:lvl1pPr>
            <a:lvl2pPr marL="914400" indent="0">
              <a:buNone/>
              <a:defRPr lang="en-us"/>
            </a:lvl2pPr>
            <a:lvl3pPr marL="1828800" indent="0">
              <a:buNone/>
              <a:defRPr lang="en-us"/>
            </a:lvl3pPr>
            <a:lvl4pPr marL="2743200" indent="0">
              <a:buNone/>
              <a:defRPr lang="en-us"/>
            </a:lvl4pPr>
            <a:lvl5pPr marL="3657600" indent="0">
              <a:buNone/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Tex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LQ3AAAZcgAAVEoAABAAAAAmAAAACAAAAAGgAAAAAAAA"/>
              </a:ext>
            </a:extLst>
          </p:cNvSpPr>
          <p:nvPr>
            <p:ph idx="1"/>
          </p:nvPr>
        </p:nvSpPr>
        <p:spPr>
          <a:xfrm>
            <a:off x="1354455" y="9055100"/>
            <a:ext cx="17193260" cy="30276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 algn="l">
              <a:buNone/>
              <a:defRPr lang="en-us" sz="3600" cap="none">
                <a:solidFill>
                  <a:srgbClr val="7F7F7F"/>
                </a:solidFill>
              </a:defRPr>
            </a:lvl1pPr>
            <a:lvl2pPr marL="914400" indent="0">
              <a:buNone/>
              <a:defRPr lang="en-us" sz="3600" cap="none">
                <a:solidFill>
                  <a:srgbClr val="8C8C8C"/>
                </a:solidFill>
              </a:defRPr>
            </a:lvl2pPr>
            <a:lvl3pPr marL="1828800" indent="0">
              <a:buNone/>
              <a:defRPr lang="en-us" sz="3200" cap="none">
                <a:solidFill>
                  <a:srgbClr val="8C8C8C"/>
                </a:solidFill>
              </a:defRPr>
            </a:lvl3pPr>
            <a:lvl4pPr marL="2743200" indent="0">
              <a:buNone/>
              <a:defRPr lang="en-us" sz="2800" cap="none">
                <a:solidFill>
                  <a:srgbClr val="8C8C8C"/>
                </a:solidFill>
              </a:defRPr>
            </a:lvl4pPr>
            <a:lvl5pPr marL="3657600" indent="0">
              <a:buNone/>
              <a:defRPr lang="en-us" sz="2800" cap="none">
                <a:solidFill>
                  <a:srgbClr val="8C8C8C"/>
                </a:solidFill>
              </a:defRPr>
            </a:lvl5pPr>
            <a:lvl6pPr marL="4572000" indent="0">
              <a:buNone/>
              <a:defRPr lang="en-us" sz="2800" cap="none">
                <a:solidFill>
                  <a:srgbClr val="8C8C8C"/>
                </a:solidFill>
              </a:defRPr>
            </a:lvl6pPr>
            <a:lvl7pPr marL="5486400" indent="0">
              <a:buNone/>
              <a:defRPr lang="en-us" sz="2800" cap="none">
                <a:solidFill>
                  <a:srgbClr val="8C8C8C"/>
                </a:solidFill>
              </a:defRPr>
            </a:lvl7pPr>
            <a:lvl8pPr marL="6400800" indent="0">
              <a:buNone/>
              <a:defRPr lang="en-us" sz="2800" cap="none">
                <a:solidFill>
                  <a:srgbClr val="8C8C8C"/>
                </a:solidFill>
              </a:defRPr>
            </a:lvl8pPr>
            <a:lvl9pPr marL="7315200" indent="0">
              <a:buNone/>
              <a:defRPr lang="en-us" sz="28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wQhR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E6F7-B9C7-7110-899C-4F45A8D27F1A}" type="datetime1">
              <a:t>4/10/2025</a:t>
            </a:fld>
          </a:p>
        </p:txBody>
      </p:sp>
      <p:sp>
        <p:nvSpPr>
          <p:cNvPr id="6" name="Footer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FE23-6DC7-7108-899C-9B5DB0D27FCE}" type="slidenum">
              <a:rPr lang="en-in" cap="none"/>
              <a:t>‹#›</a:t>
            </a:fld>
            <a:endParaRPr lang="en-in" cap="none"/>
          </a:p>
        </p:txBody>
      </p:sp>
      <p:sp>
        <p:nvSpPr>
          <p:cNvPr id="8" name="TextBox 23"/>
          <p:cNvSpPr>
            <a:extLst>
              <a:ext uri="smNativeData">
                <pr:smNativeData xmlns:pr="smNativeData" xmlns="smNativeData" val="SMDATA_15_JjuraBMAAAAlAAAAZAAAAA0AAAAAIAEAAJAAAAAgAQAAk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O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qwYAALkJAAArDgAA6xAAABAAAAAmAAAACAAAAP//////////"/>
              </a:ext>
            </a:extLst>
          </p:cNvSpPr>
          <p:nvPr/>
        </p:nvSpPr>
        <p:spPr>
          <a:xfrm>
            <a:off x="1083945" y="1580515"/>
            <a:ext cx="1219200" cy="11696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2880" tIns="91440" rIns="182880" bIns="91440" numCol="1" spcCol="215900" anchor="ctr"/>
          <a:lstStyle/>
          <a:p>
            <a:pPr>
              <a:defRPr lang="en-us"/>
            </a:pPr>
            <a:r>
              <a:rPr lang="en-us" sz="16000" cap="none">
                <a:solidFill>
                  <a:srgbClr val="BFE472"/>
                </a:solidFill>
                <a:latin typeface="Arial" pitchFamily="2" charset="0"/>
                <a:ea typeface="Trebuchet MS" pitchFamily="2" charset="0"/>
                <a:cs typeface="Trebuchet MS" pitchFamily="2" charset="0"/>
              </a:rPr>
              <a:t>“</a:t>
            </a:r>
            <a:endParaRPr lang="en-us" sz="16000" cap="none">
              <a:solidFill>
                <a:srgbClr val="BFE472"/>
              </a:solidFill>
              <a:latin typeface="Arial" pitchFamily="2" charset="0"/>
              <a:ea typeface="Trebuchet MS" pitchFamily="2" charset="0"/>
              <a:cs typeface="Trebuchet MS" pitchFamily="2" charset="0"/>
            </a:endParaRPr>
          </a:p>
        </p:txBody>
      </p:sp>
      <p:sp>
        <p:nvSpPr>
          <p:cNvPr id="9" name="TextBox 24"/>
          <p:cNvSpPr>
            <a:extLst>
              <a:ext uri="smNativeData">
                <pr:smNativeData xmlns:pr="smNativeData" xmlns="smNativeData" val="SMDATA_15_JjuraBMAAAAlAAAAZAAAAA0AAAAAIAEAAJAAAAAgAQAAk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W0AAIQjAADpdAAAtSoAABAAAAAmAAAACAAAAP//////////"/>
              </a:ext>
            </a:extLst>
          </p:cNvSpPr>
          <p:nvPr/>
        </p:nvSpPr>
        <p:spPr>
          <a:xfrm>
            <a:off x="17785715" y="5773420"/>
            <a:ext cx="1219200" cy="11690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2880" tIns="91440" rIns="182880" bIns="91440" numCol="1" spcCol="215900" anchor="ctr"/>
          <a:lstStyle/>
          <a:p>
            <a:pPr>
              <a:defRPr lang="en-us"/>
            </a:pPr>
            <a:r>
              <a:rPr lang="en-us" sz="16000" cap="none">
                <a:solidFill>
                  <a:srgbClr val="BFE472"/>
                </a:solidFill>
                <a:latin typeface="Arial" pitchFamily="2" charset="0"/>
                <a:ea typeface="Trebuchet MS" pitchFamily="2" charset="0"/>
                <a:cs typeface="Trebuchet MS" pitchFamily="2" charset="0"/>
              </a:rPr>
              <a:t>”</a:t>
            </a:r>
            <a:endParaRPr lang="en-us" sz="16000" cap="none">
              <a:solidFill>
                <a:srgbClr val="BFE472"/>
              </a:solidFill>
              <a:latin typeface="Arial" pitchFamily="2" charset="0"/>
              <a:ea typeface="Trebuchet MS" pitchFamily="2" charset="0"/>
              <a:cs typeface="Trebuchet MS" pitchFamily="2" charset="0"/>
            </a:endParaRPr>
          </a:p>
        </p:txBody>
      </p:sp>
    </p:spTree>
  </p:cSld>
  <p:clrMapOvr>
    <a:masterClrMapping/>
  </p:clrMapOvr>
  <p:hf hdr="0" ftr="0"/>
</p:sldLayout>
</file>

<file path=ppt/slideLayouts/slideLayout1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O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cAgAAIAHAAAZcgAAsCwAABAAAAAmAAAACAAAAIGgAAAAAAAA"/>
              </a:ext>
            </a:extLst>
          </p:cNvSpPr>
          <p:nvPr>
            <p:ph type="title"/>
          </p:nvPr>
        </p:nvSpPr>
        <p:spPr>
          <a:xfrm>
            <a:off x="1371600" y="1219200"/>
            <a:ext cx="17176115" cy="60452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8800" b="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9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GAxAAAZcgAAtDcAABAAAAAmAAAACAAAAIGgAAAAAAAA"/>
              </a:ext>
            </a:extLst>
          </p:cNvSpPr>
          <p:nvPr>
            <p:ph idx="13"/>
          </p:nvPr>
        </p:nvSpPr>
        <p:spPr>
          <a:xfrm>
            <a:off x="1354455" y="8026400"/>
            <a:ext cx="17193260" cy="10287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4800" cap="none">
                <a:solidFill>
                  <a:schemeClr val="accent1"/>
                </a:solidFill>
              </a:defRPr>
            </a:lvl1pPr>
            <a:lvl2pPr marL="914400" indent="0">
              <a:buNone/>
              <a:defRPr lang="en-us"/>
            </a:lvl2pPr>
            <a:lvl3pPr marL="1828800" indent="0">
              <a:buNone/>
              <a:defRPr lang="en-us"/>
            </a:lvl3pPr>
            <a:lvl4pPr marL="2743200" indent="0">
              <a:buNone/>
              <a:defRPr lang="en-us"/>
            </a:lvl4pPr>
            <a:lvl5pPr marL="3657600" indent="0">
              <a:buNone/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Tex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LQ3AAAZcgAAVEoAABAAAAAmAAAACAAAAAGgAAAAAAAA"/>
              </a:ext>
            </a:extLst>
          </p:cNvSpPr>
          <p:nvPr>
            <p:ph idx="1"/>
          </p:nvPr>
        </p:nvSpPr>
        <p:spPr>
          <a:xfrm>
            <a:off x="1354455" y="9055100"/>
            <a:ext cx="17193260" cy="30276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 algn="l">
              <a:buNone/>
              <a:defRPr lang="en-us" sz="3600" cap="none">
                <a:solidFill>
                  <a:srgbClr val="7F7F7F"/>
                </a:solidFill>
              </a:defRPr>
            </a:lvl1pPr>
            <a:lvl2pPr marL="914400" indent="0">
              <a:buNone/>
              <a:defRPr lang="en-us" sz="3600" cap="none">
                <a:solidFill>
                  <a:srgbClr val="8C8C8C"/>
                </a:solidFill>
              </a:defRPr>
            </a:lvl2pPr>
            <a:lvl3pPr marL="1828800" indent="0">
              <a:buNone/>
              <a:defRPr lang="en-us" sz="3200" cap="none">
                <a:solidFill>
                  <a:srgbClr val="8C8C8C"/>
                </a:solidFill>
              </a:defRPr>
            </a:lvl3pPr>
            <a:lvl4pPr marL="2743200" indent="0">
              <a:buNone/>
              <a:defRPr lang="en-us" sz="2800" cap="none">
                <a:solidFill>
                  <a:srgbClr val="8C8C8C"/>
                </a:solidFill>
              </a:defRPr>
            </a:lvl4pPr>
            <a:lvl5pPr marL="3657600" indent="0">
              <a:buNone/>
              <a:defRPr lang="en-us" sz="2800" cap="none">
                <a:solidFill>
                  <a:srgbClr val="8C8C8C"/>
                </a:solidFill>
              </a:defRPr>
            </a:lvl5pPr>
            <a:lvl6pPr marL="4572000" indent="0">
              <a:buNone/>
              <a:defRPr lang="en-us" sz="2800" cap="none">
                <a:solidFill>
                  <a:srgbClr val="8C8C8C"/>
                </a:solidFill>
              </a:defRPr>
            </a:lvl6pPr>
            <a:lvl7pPr marL="5486400" indent="0">
              <a:buNone/>
              <a:defRPr lang="en-us" sz="2800" cap="none">
                <a:solidFill>
                  <a:srgbClr val="8C8C8C"/>
                </a:solidFill>
              </a:defRPr>
            </a:lvl7pPr>
            <a:lvl8pPr marL="6400800" indent="0">
              <a:buNone/>
              <a:defRPr lang="en-us" sz="2800" cap="none">
                <a:solidFill>
                  <a:srgbClr val="8C8C8C"/>
                </a:solidFill>
              </a:defRPr>
            </a:lvl8pPr>
            <a:lvl9pPr marL="7315200" indent="0">
              <a:buNone/>
              <a:defRPr lang="en-us" sz="28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FDE6-A8C7-710B-899C-5E5EB3D27F0B}" type="datetime1">
              <a:t>4/10/2025</a:t>
            </a:fld>
          </a:p>
        </p:txBody>
      </p:sp>
      <p:sp>
        <p:nvSpPr>
          <p:cNvPr id="6" name="Footer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OT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N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D177-39C7-7127-899C-CF729FD27F9A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Q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JUaAAAZcgAAVEo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A13C-72C7-7157-899C-8402EFD27FD1}" type="datetime1">
              <a:t>4/10/2025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B2C6-88C7-7144-899C-7E11FCD27F2B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1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Q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2IAAIAHAAAUcgAAHEgAABAAAAAmAAAACAAAAIMAAAAAAAAA"/>
              </a:ext>
            </a:extLst>
          </p:cNvSpPr>
          <p:nvPr>
            <p:ph type="title"/>
          </p:nvPr>
        </p:nvSpPr>
        <p:spPr>
          <a:xfrm>
            <a:off x="15935325" y="1219200"/>
            <a:ext cx="2609215" cy="10502900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Q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yXwAAHEgAABAAAAAmAAAACAAAAAMAAAAAAAAA"/>
              </a:ext>
            </a:extLst>
          </p:cNvSpPr>
          <p:nvPr>
            <p:ph idx="1"/>
          </p:nvPr>
        </p:nvSpPr>
        <p:spPr>
          <a:xfrm>
            <a:off x="1354455" y="1219200"/>
            <a:ext cx="14120495" cy="10502900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A24ABC8-86C7-715D-899C-7008E5D27F25}" type="datetime1">
              <a:t>4/10/2025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C71E-50C7-7131-899C-A66489D27FF3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1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Slide Title</a:t>
            </a:r>
          </a:p>
        </p:txBody>
      </p:sp>
      <p:sp>
        <p:nvSpPr>
          <p:cNvPr id="3" name="Slide Subtitle"/>
          <p:cNvSpPr>
            <a:spLocks noGrp="1" noChangeArrowheads="1"/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JkOAACUjgAAWRQAABAAAAAmAAAACAAAAD2AAAAAAAAA"/>
              </a:ext>
            </a:extLst>
          </p:cNvSpPr>
          <p:nvPr>
            <p:ph idx="21"/>
          </p:nvPr>
        </p:nvSpPr>
        <p:spPr>
          <a:xfrm>
            <a:off x="1206500" y="2372995"/>
            <a:ext cx="21971000" cy="934720"/>
          </a:xfrm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</a:bodyPr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None/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Slide Subtitle</a:t>
            </a:r>
          </a:p>
        </p:txBody>
      </p:sp>
      <p:sp>
        <p:nvSpPr>
          <p:cNvPr id="4" name="Body Level One…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JUaAAAZcgAAVEo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en-us"/>
            </a:pPr>
            <a:r>
              <a:t>Slide bullet text</a:t>
            </a:r>
          </a:p>
          <a:p>
            <a:pPr lvl="1">
              <a:defRPr lang="en-us"/>
            </a:pPr>
          </a:p>
          <a:p>
            <a:pPr lvl="2">
              <a:defRPr lang="en-us"/>
            </a:pPr>
          </a:p>
          <a:p>
            <a:pPr lvl="3">
              <a:defRPr lang="en-us"/>
            </a:pPr>
          </a:p>
          <a:p>
            <a:pPr lvl="4">
              <a:defRPr lang="en-us"/>
            </a:pPr>
          </a:p>
        </p:txBody>
      </p:sp>
      <p:sp>
        <p:nvSpPr>
          <p:cNvPr id="5" name="Slide Number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///z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A24B88A-C4C7-714E-899C-321BF6D27F67}" type="slidenum">
              <a:t/>
            </a:fld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extLst>
              <a:ext uri="smNativeData">
                <pr:smNativeData xmlns:pr="smNativeData" xmlns="smNativeData" val="SMDATA_6_JjuraBMAAAAlAAAAAQAAAA8BAAAAkAAAAEgAAACQAAAASAAAAAAAAAAAAAAAAAAAABcAAAAUAAAAAAAAAAAAAAD/fwAA/38AAAAAAAAJAAAABAAAAL53WmEfAAAAVAAAAAAAAAAAAAAAAAAAAAAAAAAAAAAAAAAAAAAAAAAAAAAAAAAAAAAAAAAAAAAAAAAAAAAAAAAAAAAAAAAAAAAAAAAAAAAAAAAAAAAAAAAAAAAAAAAAACEAAAAYAAAAFAAAAAAAAADl////AJYAAGBUAAAQAAAAJgAAAAgAAAD/////AAAAAA=="/>
              </a:ext>
            </a:extLst>
          </p:cNvGrpSpPr>
          <p:nvPr/>
        </p:nvGrpSpPr>
        <p:grpSpPr>
          <a:xfrm>
            <a:off x="0" y="-17145"/>
            <a:ext cx="24384000" cy="13733145"/>
            <a:chOff x="0" y="-17145"/>
            <a:chExt cx="24384000" cy="13733145"/>
          </a:xfrm>
        </p:grpSpPr>
        <p:sp>
          <p:nvSpPr>
            <p:cNvPr id="12" name="Straight Connector 19"/>
            <p:cNvSpPr>
              <a:extLst>
                <a:ext uri="smNativeData">
                  <pr:smNativeData xmlns:pr="smNativeData" xmlns="smNativeData" val="SMDATA_15_JjuraB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L+/vwAPAAAAAQAAABQAAAAUAAAAFAAAAAEAAAAAAAAAZAAAAGQAAAAAAAAAZAAAAGQAAAAVAAAAYAAAAAAAAAAAAAAAAAAAAAAAAAAAAAAAAAAAAAAAAAAAAAAAAAAAAAAAAAAAAAAAAAAACQAAAAAAAAAAAAAAAAAAAAAAAAAAAAAAAAAAAAAAAAAAAAAAAAAAAAAAAAAAAAAAABYAAABMAAAAAAAAAAAAAAAAAAAAAAAAAAAAAAAAAAAJAAAAAAAAAAAAAAAAAAAAAAAAAAAAAAAAAAAAAAAAAAAAAAAAAAAAAAAAAAAA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L+/vwAAAAACAAAAAgAAAADAwP8Af39/AAAAAAAAAAAAAAAAAAAAAAAAAAAAIQAAABgAAAAUAAAAS3MAAAAAAABLggAAYFQAAAAAAAAmAAAACAAAAP//////////"/>
                </a:ext>
              </a:extLst>
            </p:cNvSpPr>
            <p:nvPr/>
          </p:nvSpPr>
          <p:spPr>
            <a:xfrm>
              <a:off x="18742025" y="0"/>
              <a:ext cx="2438400" cy="13716000"/>
            </a:xfrm>
            <a:prstGeom prst="line">
              <a:avLst/>
            </a:prstGeom>
            <a:noFill/>
            <a:ln w="9525" cap="flat" cmpd="sng" algn="ctr">
              <a:solidFill>
                <a:srgbClr val="BFBFBF"/>
              </a:solidFill>
              <a:prstDash val="solid"/>
              <a:headEnd type="none"/>
              <a:tailEnd type="none"/>
            </a:ln>
            <a:effectLst/>
          </p:spPr>
        </p:sp>
        <p:sp>
          <p:nvSpPr>
            <p:cNvPr id="11" name="Straight Connector 20"/>
            <p:cNvSpPr>
              <a:extLst>
                <a:ext uri="smNativeData">
                  <pr:smNativeData xmlns:pr="smNativeData" xmlns="smNativeData" val="SMDATA_15_JjuraB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NjY2AAPAAAAAQAAABQAAAAUAAAAFAAAAAEAAAAAAAAAZAAAAGQAAAAAAAAAZAAAAGQAAAAVAAAAYAAAAAAAAAAAAAAAAAAAAAAAAAAAAAAAAAAAAAAAAAAAAAAAAAAAAAAAAAAAAAAAAAAACQAAAAAAAAAAAAAAAAAAAAAAAAAAAAAAAAAAAAAAAAAAAAAAAAAAAAAAAAAAAAAAABYAAABMAAAAAAAAAAAAAAAAAAAAAAAAAAAAAAAAAAAJAAAAAAAAAAAAAAAAAAAAAAAAAAAAAAAAAAAAAAAAAAAAAAAAAAAAAAAAAAAA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NjY2AAAAAACAAAAAgAAAADAwP8Af39/AAAAAAAAAAAAAAAAAAAAAAAAAAAAIQAAABgAAAAUAAAAW1sAAEstAAD2lQAAYFQAAAAAAAAmAAAACAAAAP//////////"/>
                </a:ext>
              </a:extLst>
            </p:cNvSpPr>
            <p:nvPr/>
          </p:nvSpPr>
          <p:spPr>
            <a:xfrm flipH="1">
              <a:off x="14850745" y="7362825"/>
              <a:ext cx="9526905" cy="6353175"/>
            </a:xfrm>
            <a:prstGeom prst="line">
              <a:avLst/>
            </a:prstGeom>
            <a:noFill/>
            <a:ln w="9525" cap="flat" cmpd="sng" algn="ctr">
              <a:solidFill>
                <a:srgbClr val="D8D8D8"/>
              </a:solidFill>
              <a:prstDash val="solid"/>
              <a:headEnd type="none"/>
              <a:tailEnd type="none"/>
            </a:ln>
            <a:effectLst/>
          </p:spPr>
        </p:sp>
        <p:sp>
          <p:nvSpPr>
            <p:cNvPr id="10" name="Rectangle 23"/>
            <p:cNvSpPr>
              <a:extLst>
                <a:ext uri="smNativeData">
                  <pr:smNativeData xmlns:pr="smNativeData" xmlns="smNativeData" val="SMDATA_15_JjuraBMAAAAlAAAACwAAAA0AAAAAezgAAPP////7SgAAMCoAAAAAAAAAAAAAAAAAAAEAAABQAAAAAAAAAAAA4D8AAAAAAADgPwAAAAAAAOA/AAAAAAAA4D8AAAAAAADgPwAAAAAAAOA/AAAAAAAA4D8AAAAAAADgPwAAAAAAAOA/AAAAAAAA4D8CAAAAjAAAAAEAAAAAAAAAkMImDIOxIwBH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CAh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YOxIwAAAAAAAAAAAAAAAAAAAAAAAAAAAAAAAAAAAAAAAAAAAJDCJgV/f38A6+vrA8zMzADAwP8Af39/AAAAAAAAAAAAAAAAAAAAAAAAAAAAIQAAABgAAAAUAAAA9nAAAOX////2lQAAYFQAAAAAAAAmAAAACAAAAP//////////"/>
                </a:ext>
              </a:extLst>
            </p:cNvSpPr>
            <p:nvPr/>
          </p:nvSpPr>
          <p:spPr>
            <a:xfrm>
              <a:off x="18362930" y="-17145"/>
              <a:ext cx="6014720" cy="13733145"/>
            </a:xfrm>
            <a:custGeom>
              <a:avLst/>
              <a:gdLst/>
              <a:ahLst/>
              <a:cxnLst/>
              <a:rect l="0" t="0" r="6014720" b="13733145"/>
              <a:pathLst>
                <a:path w="6014720" h="13733145">
                  <a:moveTo>
                    <a:pt x="4091079" y="0"/>
                  </a:moveTo>
                  <a:lnTo>
                    <a:pt x="6014720" y="0"/>
                  </a:lnTo>
                  <a:lnTo>
                    <a:pt x="6014720" y="13733145"/>
                  </a:lnTo>
                  <a:lnTo>
                    <a:pt x="0" y="13733145"/>
                  </a:lnTo>
                  <a:lnTo>
                    <a:pt x="4091079" y="0"/>
                  </a:lnTo>
                  <a:close/>
                </a:path>
              </a:pathLst>
            </a:custGeom>
            <a:solidFill>
              <a:schemeClr val="accent1">
                <a:alpha val="29000"/>
              </a:schemeClr>
            </a:solidFill>
            <a:ln>
              <a:noFill/>
            </a:ln>
            <a:effectLst/>
          </p:spPr>
        </p:sp>
        <p:sp>
          <p:nvSpPr>
            <p:cNvPr id="9" name="Rectangle 25"/>
            <p:cNvSpPr>
              <a:extLst>
                <a:ext uri="smNativeData">
                  <pr:smNativeData xmlns:pr="smNativeData" xmlns="smNativeData" val="SMDATA_15_JjuraBMAAAAlAAAACwAAAA0AAAAAFDsAAPP///8ASwAAMCoAAAAAAAAAAAAAAAAAAAEAAABQAAAAAAAAAAAA4D8AAAAAAADgPwAAAAAAAOA/AAAAAAAA4D8AAAAAAADgPwAAAAAAAOA/AAAAAAAA4D8AAAAAAADgPwAAAAAAAOA/AAAAAAAA4D8CAAAAjAAAAAEAAAAAAAAAkMImDIOxIwBR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YOxIwAAAAAAAAAAAAAAAAAAAAAAAAAAAAAAAAAAAAAAAAAAAJDCJgV/f38A6+vrA8zMzADAwP8Af39/AAAAAAAAAAAAAAAAAAAAAAAAAAAAIQAAABgAAAAUAAAAJ3YAAOX///8AlgAAYFQAAAAAAAAmAAAACAAAAP//////////"/>
                </a:ext>
              </a:extLst>
            </p:cNvSpPr>
            <p:nvPr/>
          </p:nvSpPr>
          <p:spPr>
            <a:xfrm>
              <a:off x="19206845" y="-17145"/>
              <a:ext cx="5177155" cy="13733145"/>
            </a:xfrm>
            <a:custGeom>
              <a:avLst/>
              <a:gdLst/>
              <a:ahLst/>
              <a:cxnLst/>
              <a:rect l="0" t="0" r="5177155" b="13733145"/>
              <a:pathLst>
                <a:path w="5177155" h="13733145">
                  <a:moveTo>
                    <a:pt x="0" y="0"/>
                  </a:moveTo>
                  <a:lnTo>
                    <a:pt x="5177155" y="0"/>
                  </a:lnTo>
                  <a:lnTo>
                    <a:pt x="5177155" y="13733145"/>
                  </a:lnTo>
                  <a:lnTo>
                    <a:pt x="2418938" y="13733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000"/>
              </a:schemeClr>
            </a:solidFill>
            <a:ln>
              <a:noFill/>
            </a:ln>
            <a:effectLst/>
          </p:spPr>
        </p:sp>
        <p:sp>
          <p:nvSpPr>
            <p:cNvPr id="8" name="Isosceles Triangle 23"/>
            <p:cNvSpPr>
              <a:extLst>
                <a:ext uri="smNativeData">
                  <pr:smNativeData xmlns:pr="smNativeData" xmlns="smNativeData" val="SMDATA_15_JjuraBMAAAAlAAAAagAAAA0AAAAAkAAAAEgAAACQAAAASAAAAAAAAAAAAAAAAAAAAAEAAABQAAAAAAAAAAAA8D8AAAAAAADgPwAAAAAAAOA/AAAAAAAA4D8AAAAAAADgPwAAAAAAAOA/AAAAAAAA4D8AAAAAAADgPwAAAAAAAOA/AAAAAAAA4D8CAAAAjAAAAAEAAAAAAAAAVKAhDYOxIwAd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KAhBoOxIwAAAAAAAAAAAAAAAAAAAAAAAAAAAAAAAAAAAAAAAAAAAJDCJgV/f38A6+vrA8zMzADAwP8Af39/AAAAAAAAAAAAAAAAAAAAAAAAAAAAIQAAABgAAAAUAAAA5W0AAIAlAAAAlgAAYFQAAAAAAAAmAAAACAAAAP//////////"/>
                </a:ext>
              </a:extLst>
            </p:cNvSpPr>
            <p:nvPr/>
          </p:nvSpPr>
          <p:spPr>
            <a:xfrm>
              <a:off x="17864455" y="6096000"/>
              <a:ext cx="6519545" cy="762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000"/>
              </a:schemeClr>
            </a:solidFill>
            <a:ln>
              <a:noFill/>
            </a:ln>
            <a:effectLst/>
          </p:spPr>
        </p:sp>
        <p:sp>
          <p:nvSpPr>
            <p:cNvPr id="7" name="Rectangle 27"/>
            <p:cNvSpPr>
              <a:extLst>
                <a:ext uri="smNativeData">
                  <pr:smNativeData xmlns:pr="smNativeData" xmlns="smNativeData" val="SMDATA_15_JjuraBMAAAAlAAAACwAAAA0AAAAAbDkAAPP////7SgAAMCoAAAAAAAAAAAAAAAAAAAEAAABQAAAAAAAAAAAA4D8AAAAAAADgPwAAAAAAAOA/AAAAAAAA4D8AAAAAAADgPwAAAAAAAOA/AAAAAAAA4D8AAAAAAADgPwAAAAAAAOA/AAAAAAAA4D8CAAAAjAAAAAEAAAAAAAAAP3gYAIOxIwAf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3gYAIOxIwAAAAAAAAAAAAAAAAAAAAAAAAAAAAAAAAAAAAAAAAAAAJDCJgV/f38A6+vrA8zMzADAwP8Af39/AAAAAAAAAAAAAAAAAAAAAAAAAAAAIQAAABgAAAAUAAAA2HIAAOX////2lQAAYFQAAAAAAAAmAAAACAAAAP//////////"/>
                </a:ext>
              </a:extLst>
            </p:cNvSpPr>
            <p:nvPr/>
          </p:nvSpPr>
          <p:spPr>
            <a:xfrm>
              <a:off x="18669000" y="-17145"/>
              <a:ext cx="5708650" cy="13733145"/>
            </a:xfrm>
            <a:custGeom>
              <a:avLst/>
              <a:gdLst/>
              <a:ahLst/>
              <a:cxnLst/>
              <a:rect l="0" t="0" r="5708650" b="13733145"/>
              <a:pathLst>
                <a:path w="5708650" h="13733145">
                  <a:moveTo>
                    <a:pt x="0" y="0"/>
                  </a:moveTo>
                  <a:lnTo>
                    <a:pt x="5708650" y="0"/>
                  </a:lnTo>
                  <a:lnTo>
                    <a:pt x="5708650" y="13733145"/>
                  </a:lnTo>
                  <a:lnTo>
                    <a:pt x="4941499" y="13733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000"/>
              </a:srgbClr>
            </a:solidFill>
            <a:ln>
              <a:noFill/>
            </a:ln>
            <a:effectLst/>
          </p:spPr>
        </p:sp>
        <p:sp>
          <p:nvSpPr>
            <p:cNvPr id="6" name="Rectangle 28"/>
            <p:cNvSpPr>
              <a:extLst>
                <a:ext uri="smNativeData">
                  <pr:smNativeData xmlns:pr="smNativeData" xmlns="smNativeData" val="SMDATA_15_JjuraBMAAAAlAAAACwAAAA0AAAAAC0MAAPP////7SgAAMCoAAAAAAAAAAAAAAAAAAAEAAABQAAAAAAAAAAAA4D8AAAAAAADgPwAAAAAAAOA/AAAAAAAA4D8AAAAAAADgPwAAAAAAAOA/AAAAAAAA4D8AAAAAAADgPwAAAAAAAOA/AAAAAAAA4D8CAAAAjAAAAAEAAAAAAAAAv+RyAIOxIwAf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+RyAIOxIwAAAAAAAAAAAAAAAAAAAAAAAAAAAAAAAAAAAAAAAAAAAJDCJgV/f38A6+vrA8zMzADAwP8Af39/AAAAAAAAAAAAAAAAAAAAAAAAAAAAIQAAABgAAAAUAAAAF4YAAOX////2lQAAYFQAAAAAAAAmAAAACAAAAP//////////"/>
                </a:ext>
              </a:extLst>
            </p:cNvSpPr>
            <p:nvPr/>
          </p:nvSpPr>
          <p:spPr>
            <a:xfrm>
              <a:off x="21797645" y="-17145"/>
              <a:ext cx="2580005" cy="13733145"/>
            </a:xfrm>
            <a:custGeom>
              <a:avLst/>
              <a:gdLst/>
              <a:ahLst/>
              <a:cxnLst/>
              <a:rect l="0" t="0" r="2580005" b="13733145"/>
              <a:pathLst>
                <a:path w="2580005" h="13733145">
                  <a:moveTo>
                    <a:pt x="2039325" y="0"/>
                  </a:moveTo>
                  <a:lnTo>
                    <a:pt x="2580005" y="0"/>
                  </a:lnTo>
                  <a:lnTo>
                    <a:pt x="2580005" y="13733145"/>
                  </a:lnTo>
                  <a:lnTo>
                    <a:pt x="0" y="13733145"/>
                  </a:lnTo>
                  <a:lnTo>
                    <a:pt x="2039325" y="0"/>
                  </a:lnTo>
                  <a:close/>
                </a:path>
              </a:pathLst>
            </a:custGeom>
            <a:solidFill>
              <a:srgbClr val="BFE472">
                <a:alpha val="69000"/>
              </a:srgbClr>
            </a:solidFill>
            <a:ln>
              <a:noFill/>
            </a:ln>
            <a:effectLst/>
          </p:spPr>
        </p:sp>
        <p:sp>
          <p:nvSpPr>
            <p:cNvPr id="5" name="Rectangle 29"/>
            <p:cNvSpPr>
              <a:extLst>
                <a:ext uri="smNativeData">
                  <pr:smNativeData xmlns:pr="smNativeData" xmlns="smNativeData" val="SMDATA_15_JjuraBMAAAAlAAAACwAAAA0AAAAAS0MAAPP////7SgAAMCoAAAAAAAAAAAAAAAAAAAEAAABQAAAAAAAAAAAA4D8AAAAAAADgPwAAAAAAAOA/AAAAAAAA4D8AAAAAAADgPwAAAAAAAOA/AAAAAAAA4D8AAAAAAADgPwAAAAAAAOA/AAAAAAAA4D8CAAAAjAAAAAEAAAAAAAAAkMImDIOxIwAk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YOxIwAAAAAAAAAAAAAAAAAAAAAAAAAAAAAAAAAAAAAAAAAAAJDCJgV/f38A6+vrA8zMzADAwP8Af39/AAAAAAAAAAAAAAAAAAAAAAAAAAAAIQAAABgAAAAUAAAAloYAAOX////2lQAAYFQAAAAAAAAmAAAACAAAAP//////////"/>
                </a:ext>
              </a:extLst>
            </p:cNvSpPr>
            <p:nvPr/>
          </p:nvSpPr>
          <p:spPr>
            <a:xfrm>
              <a:off x="21878290" y="-17145"/>
              <a:ext cx="2499360" cy="13733145"/>
            </a:xfrm>
            <a:custGeom>
              <a:avLst/>
              <a:gdLst/>
              <a:ahLst/>
              <a:cxnLst/>
              <a:rect l="0" t="0" r="2499360" b="13733145"/>
              <a:pathLst>
                <a:path w="2499360" h="13733145">
                  <a:moveTo>
                    <a:pt x="0" y="0"/>
                  </a:moveTo>
                  <a:lnTo>
                    <a:pt x="2499360" y="0"/>
                  </a:lnTo>
                  <a:lnTo>
                    <a:pt x="2499360" y="13733145"/>
                  </a:lnTo>
                  <a:lnTo>
                    <a:pt x="2218507" y="13733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000"/>
              </a:schemeClr>
            </a:solidFill>
            <a:ln>
              <a:noFill/>
            </a:ln>
            <a:effectLst/>
          </p:spPr>
        </p:sp>
        <p:sp>
          <p:nvSpPr>
            <p:cNvPr id="4" name="Isosceles Triangle 27"/>
            <p:cNvSpPr>
              <a:extLst>
                <a:ext uri="smNativeData">
                  <pr:smNativeData xmlns:pr="smNativeData" xmlns="smNativeData" val="SMDATA_15_JjuraBMAAAAlAAAAagAAAA0AAAAAkAAAAEgAAACQAAAASAAAAAAAAAAAAAAAAAAAAAEAAABQAAAAAAAAAAAA8D8AAAAAAADgPwAAAAAAAOA/AAAAAAAA4D8AAAAAAADgPwAAAAAAAOA/AAAAAAAA4D8AAAAAAADgPwAAAAAAAOA/AAAAAAAA4D8CAAAAjAAAAAEAAAAAAAAAkMImDIOxIwAV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Cc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YOxIwAAAAAAAAAAAAAAAAAAAAAAAAAAAAAAAAAAAAAAAAAAAJDCJgV/f38A6+vrA8zMzADAwP8Af39/AAAAAAAAAAAAAAAAAAAAAAAAAAAAIQAAABgAAAAUAAAAm38AACssAAD2lQAAYFQAAAAAAAAmAAAACAAAAP//////////"/>
                </a:ext>
              </a:extLst>
            </p:cNvSpPr>
            <p:nvPr/>
          </p:nvSpPr>
          <p:spPr>
            <a:xfrm>
              <a:off x="20743545" y="7179945"/>
              <a:ext cx="3634105" cy="6536055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9000"/>
              </a:schemeClr>
            </a:solidFill>
            <a:ln>
              <a:noFill/>
            </a:ln>
            <a:effectLst/>
          </p:spPr>
        </p:sp>
        <p:sp>
          <p:nvSpPr>
            <p:cNvPr id="3" name="Isosceles Triangle 28"/>
            <p:cNvSpPr>
              <a:extLst>
                <a:ext uri="smNativeData">
                  <pr:smNativeData xmlns:pr="smNativeData" xmlns="smNativeData" val="SMDATA_15_JjuraBMAAAAlAAAAagAAAA0AAAAAkAAAAEgAAACQAAAASAAAAAAAAAAAAAAAAAAAAAEAAABQAAAAAAAAAAAAAAAAAAAAAADgPwAAAAAAAOA/AAAAAAAA4D8AAAAAAADgPwAAAAAAAOA/AAAAAAAA4D8AAAAAAADgPwAAAAAAAOA/AAAAAAAA4D8CAAAAjAAAAAEAAAAAAAAAkMImDIOxIwAQAAAAAAAAAAAAAAAAAAAAAAAAAAAAAAAAAAAAZAAAAAEAAABAAAAAAAAAAGQAAAAOAQAAAAAAAAAAAAAAAAAAAAAAAAAAAAAAAAAAAAAAAAAAAAAAAAAAAAAAAAAAAAAAAAAAAAAAAAAAAAAAAAAAAAAAAAAAAAAAAAAAFAAAADwAAAAAAAAAAAAAAJDCJgw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YOxIwAAAAAAAAAAAAAAAAAAAAAAAAAAAAAAAAAAAAAAAAAAAJDCJgV/f38A6+vrA8zMzADAwP8Af39/AAAAAAAAAAAAAAAAAAAAAAAAAAAAIQAAABgAAAAUAAAAAAAAAGAxAACFBQAAYFQAAAAAAAAmAAAACAAAAP//////////"/>
                </a:ext>
              </a:extLst>
            </p:cNvSpPr>
            <p:nvPr/>
          </p:nvSpPr>
          <p:spPr>
            <a:xfrm>
              <a:off x="0" y="8026400"/>
              <a:ext cx="897255" cy="56896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4000"/>
              </a:schemeClr>
            </a:solidFill>
            <a:ln>
              <a:noFill/>
            </a:ln>
            <a:effectLst/>
          </p:spPr>
        </p:sp>
      </p:grpSp>
      <p:sp>
        <p:nvSpPr>
          <p:cNvPr id="13" name="Title Placeholder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L8vAAD//8EB"/>
              </a:ext>
            </a:extLst>
          </p:cNvSpPr>
          <p:nvPr>
            <p:ph type="title"/>
          </p:nvPr>
        </p:nvSpPr>
        <p:spPr>
          <a:xfrm>
            <a:off x="1354455" y="1219200"/>
            <a:ext cx="17193260" cy="264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14" name="Tex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PQI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JUaAAAZcgAAVEoAABAAAAAmAAAACAAAAD8vAAD//8EB"/>
              </a:ext>
            </a:extLst>
          </p:cNvSpPr>
          <p:nvPr>
            <p:ph type="body" idx="1"/>
          </p:nvPr>
        </p:nvSpPr>
        <p:spPr>
          <a:xfrm>
            <a:off x="1354455" y="4321175"/>
            <a:ext cx="17193260" cy="7761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15" name="Date Placeholder 3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VgAAFRKAADeYwAA0k4AABAAAAAmAAAACAAAAL+PAAD//8EB"/>
              </a:ext>
            </a:extLst>
          </p:cNvSpPr>
          <p:nvPr>
            <p:ph type="dt" sz="half" idx="2"/>
          </p:nvPr>
        </p:nvSpPr>
        <p:spPr>
          <a:xfrm>
            <a:off x="14410055" y="12082780"/>
            <a:ext cx="1824355" cy="730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18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2A24E44A-04C7-7112-899C-F247AAD27FA7}" type="datetime1">
              <a:t/>
            </a:fld>
          </a:p>
        </p:txBody>
      </p:sp>
      <p:sp>
        <p:nvSpPr>
          <p:cNvPr id="16" name="Footer Placeholder 4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FRKAADQVQAA0k4AABAAAAAmAAAACAAAAL+PAAD//8EB"/>
              </a:ext>
            </a:extLst>
          </p:cNvSpPr>
          <p:nvPr>
            <p:ph type="ftr" sz="quarter" idx="3"/>
          </p:nvPr>
        </p:nvSpPr>
        <p:spPr>
          <a:xfrm>
            <a:off x="1354455" y="12082780"/>
            <a:ext cx="12595225" cy="730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18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</a:p>
        </p:txBody>
      </p:sp>
      <p:sp>
        <p:nvSpPr>
          <p:cNvPr id="17" name="Slide Number Placeholder 5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K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kAAFRKAAAZcgAA0k4AABAAAAAmAAAACAAAAL+PAAD//8EB"/>
              </a:ext>
            </a:extLst>
          </p:cNvSpPr>
          <p:nvPr>
            <p:ph type="sldNum" sz="quarter" idx="4"/>
          </p:nvPr>
        </p:nvSpPr>
        <p:spPr>
          <a:xfrm>
            <a:off x="17181195" y="12082780"/>
            <a:ext cx="1366520" cy="730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1800" cap="none">
                <a:solidFill>
                  <a:schemeClr val="accent1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2A24D0E2-ACC7-7126-899C-5A739ED27F0F}" type="slidenum">
              <a:rPr lang="en-in" cap="none"/>
              <a:t/>
            </a:fld>
            <a:endParaRPr lang="en-in" cap="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4" r:id="rId17"/>
  </p:sldLayoutIdLst>
  <p:hf hdr="0" ftr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7200" b="0" i="0" u="none" strike="noStrike" kern="1" cap="none" spc="0" baseline="0">
          <a:solidFill>
            <a:schemeClr val="accent1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2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2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2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2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2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2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2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2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9pPr>
    </p:titleStyle>
    <p:bodyStyle>
      <a:lvl1pPr marL="685800" marR="0" indent="-685800" algn="l" defTabSz="91440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Tx/>
        <a:buFont typeface="Wingdings 3" pitchFamily="1" charset="2"/>
        <a:buChar char=""/>
        <a:tabLst/>
        <a:defRPr lang="en-us" sz="3600" b="0" i="0" u="none" strike="noStrike" kern="1" cap="none" spc="0" baseline="0">
          <a:solidFill>
            <a:srgbClr val="3F3F3F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1pPr>
      <a:lvl2pPr marL="1485900" marR="0" indent="-571500" algn="l" defTabSz="91440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Tx/>
        <a:buFont typeface="Wingdings 3" pitchFamily="1" charset="2"/>
        <a:buChar char=""/>
        <a:tabLst/>
        <a:defRPr lang="en-us" sz="3200" b="0" i="0" u="none" strike="noStrike" kern="1" cap="none" spc="0" baseline="0">
          <a:solidFill>
            <a:srgbClr val="3F3F3F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2pPr>
      <a:lvl3pPr marL="2286000" marR="0" indent="-457200" algn="l" defTabSz="91440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Tx/>
        <a:buFont typeface="Wingdings 3" pitchFamily="1" charset="2"/>
        <a:buChar char=""/>
        <a:tabLst/>
        <a:defRPr lang="en-us" sz="2800" b="0" i="0" u="none" strike="noStrike" kern="1" cap="none" spc="0" baseline="0">
          <a:solidFill>
            <a:srgbClr val="3F3F3F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3pPr>
      <a:lvl4pPr marL="3200400" marR="0" indent="-457200" algn="l" defTabSz="91440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Tx/>
        <a:buFont typeface="Wingdings 3" pitchFamily="1" charset="2"/>
        <a:buChar char=""/>
        <a:tabLst/>
        <a:defRPr lang="en-us" sz="2400" b="0" i="0" u="none" strike="noStrike" kern="1" cap="none" spc="0" baseline="0">
          <a:solidFill>
            <a:srgbClr val="3F3F3F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4pPr>
      <a:lvl5pPr marL="4114800" marR="0" indent="-457200" algn="l" defTabSz="91440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Tx/>
        <a:buFont typeface="Wingdings 3" pitchFamily="1" charset="2"/>
        <a:buChar char=""/>
        <a:tabLst/>
        <a:defRPr lang="en-us" sz="2400" b="0" i="0" u="none" strike="noStrike" kern="1" cap="none" spc="0" baseline="0">
          <a:solidFill>
            <a:srgbClr val="3F3F3F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5pPr>
      <a:lvl6pPr marL="5029200" marR="0" indent="-457200" algn="l" defTabSz="91440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Tx/>
        <a:buFont typeface="Wingdings 3" pitchFamily="1" charset="2"/>
        <a:buChar char=""/>
        <a:tabLst/>
        <a:defRPr lang="en-us" sz="2400" b="0" i="0" u="none" strike="noStrike" kern="1" cap="none" spc="0" baseline="0">
          <a:solidFill>
            <a:srgbClr val="3F3F3F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6pPr>
      <a:lvl7pPr marL="5943600" marR="0" indent="-457200" algn="l" defTabSz="91440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Tx/>
        <a:buFont typeface="Wingdings 3" pitchFamily="1" charset="2"/>
        <a:buChar char=""/>
        <a:tabLst/>
        <a:defRPr lang="en-us" sz="2400" b="0" i="0" u="none" strike="noStrike" kern="1" cap="none" spc="0" baseline="0">
          <a:solidFill>
            <a:srgbClr val="3F3F3F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7pPr>
      <a:lvl8pPr marL="6858000" marR="0" indent="-457200" algn="l" defTabSz="91440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Tx/>
        <a:buFont typeface="Wingdings 3" pitchFamily="1" charset="2"/>
        <a:buChar char=""/>
        <a:tabLst/>
        <a:defRPr lang="en-us" sz="2400" b="0" i="0" u="none" strike="noStrike" kern="1" cap="none" spc="0" baseline="0">
          <a:solidFill>
            <a:srgbClr val="3F3F3F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8pPr>
      <a:lvl9pPr marL="7772400" marR="0" indent="-457200" algn="l" defTabSz="914400">
        <a:lnSpc>
          <a:spcPct val="100000"/>
        </a:lnSpc>
        <a:spcBef>
          <a:spcPts val="2000"/>
        </a:spcBef>
        <a:spcAft>
          <a:spcPts val="0"/>
        </a:spcAft>
        <a:buClr>
          <a:schemeClr val="accent1"/>
        </a:buClr>
        <a:buSzTx/>
        <a:buFont typeface="Wingdings 3" pitchFamily="1" charset="2"/>
        <a:buChar char=""/>
        <a:tabLst/>
        <a:defRPr lang="en-us" sz="2400" b="0" i="0" u="none" strike="noStrike" kern="1" cap="none" spc="0" baseline="0">
          <a:solidFill>
            <a:srgbClr val="3F3F3F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0" i="0" u="none" strike="noStrike" kern="1" cap="none" spc="0" baseline="0">
          <a:solidFill>
            <a:schemeClr val="tx1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1pPr>
      <a:lvl2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0" i="0" u="none" strike="noStrike" kern="1" cap="none" spc="0" baseline="0">
          <a:solidFill>
            <a:schemeClr val="tx1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2pPr>
      <a:lvl3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0" i="0" u="none" strike="noStrike" kern="1" cap="none" spc="0" baseline="0">
          <a:solidFill>
            <a:schemeClr val="tx1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3pPr>
      <a:lvl4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0" i="0" u="none" strike="noStrike" kern="1" cap="none" spc="0" baseline="0">
          <a:solidFill>
            <a:schemeClr val="tx1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4pPr>
      <a:lvl5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0" i="0" u="none" strike="noStrike" kern="1" cap="none" spc="0" baseline="0">
          <a:solidFill>
            <a:schemeClr val="tx1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5pPr>
      <a:lvl6pPr marL="4572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0" i="0" u="none" strike="noStrike" kern="1" cap="none" spc="0" baseline="0">
          <a:solidFill>
            <a:schemeClr val="tx1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6pPr>
      <a:lvl7pPr marL="5486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0" i="0" u="none" strike="noStrike" kern="1" cap="none" spc="0" baseline="0">
          <a:solidFill>
            <a:schemeClr val="tx1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7pPr>
      <a:lvl8pPr marL="6400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0" i="0" u="none" strike="noStrike" kern="1" cap="none" spc="0" baseline="0">
          <a:solidFill>
            <a:schemeClr val="tx1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8pPr>
      <a:lvl9pPr marL="7315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600" b="0" i="0" u="none" strike="noStrike" kern="1" cap="none" spc="0" baseline="0">
          <a:solidFill>
            <a:schemeClr val="tx1"/>
          </a:solidFill>
          <a:effectLst/>
          <a:latin typeface="Trebuchet MS" pitchFamily="2" charset="0"/>
          <a:ea typeface="Trebuchet MS" pitchFamily="2" charset="0"/>
          <a:cs typeface="Trebuchet MS" pitchFamily="2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tif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tif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tif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tif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tif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tif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tif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png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L/z//+MdAABZkgAAtSsAABAAAAAmAAAACAAAAAEAAAAAAAAA"/>
              </a:ext>
            </a:extLst>
          </p:cNvSpPr>
          <p:nvPr>
            <p:ph type="ctrTitle"/>
          </p:nvPr>
        </p:nvSpPr>
        <p:spPr>
          <a:xfrm>
            <a:off x="-620395" y="4858385"/>
            <a:ext cx="24410670" cy="2246630"/>
          </a:xfrm>
        </p:spPr>
        <p:txBody>
          <a:bodyPr/>
          <a:lstStyle/>
          <a:p>
            <a:pPr algn="ctr">
              <a:defRPr lang="en-us"/>
            </a:pPr>
            <a:r>
              <a:rPr lang="en-us" sz="8000" b="1" cap="none">
                <a:solidFill>
                  <a:schemeClr val="accent2"/>
                </a:solidFill>
                <a:latin typeface="Algerian" pitchFamily="5" charset="0"/>
                <a:ea typeface="Trebuchet MS" pitchFamily="2" charset="0"/>
                <a:cs typeface="Trebuchet MS" pitchFamily="2" charset="0"/>
              </a:rPr>
              <a:t> Minor/Learning PROJECT</a:t>
            </a:r>
            <a:br/>
            <a:r>
              <a:rPr lang="en-us" sz="8000" b="1" cap="none">
                <a:solidFill>
                  <a:schemeClr val="accent2"/>
                </a:solidFill>
                <a:latin typeface="Algerian" pitchFamily="5" charset="0"/>
                <a:ea typeface="Trebuchet MS" pitchFamily="2" charset="0"/>
                <a:cs typeface="Trebuchet MS" pitchFamily="2" charset="0"/>
              </a:rPr>
              <a:t> PRESENTATION ON</a:t>
            </a:r>
            <a:br/>
            <a:r>
              <a:rPr lang="en-us" sz="8000" b="1" cap="none">
                <a:solidFill>
                  <a:schemeClr val="accent2"/>
                </a:solidFill>
                <a:latin typeface="Algerian" pitchFamily="5" charset="0"/>
                <a:ea typeface="Trebuchet MS" pitchFamily="2" charset="0"/>
                <a:cs typeface="Trebuchet MS" pitchFamily="2" charset="0"/>
              </a:rPr>
              <a:t> AI-Powered ECG SIGNAL ANALYSIS FOR ADVANCED CARDIAC BIOSENSORS</a:t>
            </a:r>
            <a:endParaRPr lang="en-in" sz="8000" b="1" cap="none">
              <a:solidFill>
                <a:schemeClr val="accent2"/>
              </a:solidFill>
              <a:latin typeface="Algerian" pitchFamily="5" charset="0"/>
              <a:ea typeface="Trebuchet MS" pitchFamily="2" charset="0"/>
              <a:cs typeface="Trebuchet MS" pitchFamily="2" charset="0"/>
            </a:endParaRP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XiwAAEQuAAAqYgAAd1wAABAAAAAmAAAACAAAAAEgAAAAAAAA"/>
              </a:ext>
            </a:extLst>
          </p:cNvSpPr>
          <p:nvPr>
            <p:ph type="subTitle" idx="1"/>
          </p:nvPr>
        </p:nvSpPr>
        <p:spPr>
          <a:xfrm>
            <a:off x="7212330" y="7520940"/>
            <a:ext cx="8745220" cy="75101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 algn="ctr">
              <a:defRPr lang="en-us"/>
            </a:pPr>
            <a:r>
              <a:rPr lang="en-us" sz="3200" b="1" cap="none">
                <a:solidFill>
                  <a:srgbClr val="0C0C0C"/>
                </a:solidFill>
                <a:latin typeface="Tahoma" pitchFamily="2" charset="0"/>
                <a:ea typeface="Tahoma" pitchFamily="2" charset="0"/>
                <a:cs typeface="Tahoma" pitchFamily="2" charset="0"/>
              </a:rPr>
              <a:t>Presented By:</a:t>
            </a:r>
            <a:endParaRPr lang="en-us" sz="3200" b="1" cap="none">
              <a:solidFill>
                <a:srgbClr val="0C0C0C"/>
              </a:solidFill>
              <a:latin typeface="Tahoma" pitchFamily="2" charset="0"/>
              <a:ea typeface="Tahoma" pitchFamily="2" charset="0"/>
              <a:cs typeface="Tahoma" pitchFamily="2" charset="0"/>
            </a:endParaRPr>
          </a:p>
          <a:p>
            <a:pPr algn="ctr">
              <a:defRPr lang="en-us"/>
            </a:pPr>
            <a:r>
              <a:rPr lang="en-us" sz="3200" b="1" cap="none">
                <a:solidFill>
                  <a:srgbClr val="0C0C0C"/>
                </a:solidFill>
                <a:latin typeface="Tahoma" pitchFamily="2" charset="0"/>
                <a:ea typeface="Tahoma" pitchFamily="2" charset="0"/>
                <a:cs typeface="Tahoma" pitchFamily="2" charset="0"/>
              </a:rPr>
              <a:t>Biswajit Mahakhud(22UG011186)</a:t>
            </a:r>
            <a:endParaRPr lang="en-us" sz="3200" b="1" cap="none">
              <a:solidFill>
                <a:srgbClr val="0C0C0C"/>
              </a:solidFill>
              <a:latin typeface="Tahoma" pitchFamily="2" charset="0"/>
              <a:ea typeface="Tahoma" pitchFamily="2" charset="0"/>
              <a:cs typeface="Tahoma" pitchFamily="2" charset="0"/>
            </a:endParaRPr>
          </a:p>
          <a:p>
            <a:pPr algn="ctr">
              <a:defRPr lang="en-us"/>
            </a:pPr>
            <a:r>
              <a:rPr lang="en-us" sz="3200" b="1" cap="none">
                <a:solidFill>
                  <a:srgbClr val="0C0C0C"/>
                </a:solidFill>
                <a:latin typeface="Tahoma" pitchFamily="2" charset="0"/>
                <a:ea typeface="Tahoma" pitchFamily="2" charset="0"/>
                <a:cs typeface="Tahoma" pitchFamily="2" charset="0"/>
              </a:rPr>
              <a:t>Aditanshu Bharadwaj Mishra</a:t>
            </a:r>
            <a:endParaRPr lang="en-us" sz="3200" b="1" cap="none">
              <a:solidFill>
                <a:srgbClr val="0C0C0C"/>
              </a:solidFill>
              <a:latin typeface="Tahoma" pitchFamily="2" charset="0"/>
              <a:ea typeface="Tahoma" pitchFamily="2" charset="0"/>
              <a:cs typeface="Tahoma" pitchFamily="2" charset="0"/>
            </a:endParaRPr>
          </a:p>
          <a:p>
            <a:pPr algn="ctr">
              <a:defRPr lang="en-us"/>
            </a:pPr>
            <a:r>
              <a:rPr lang="en-us" sz="3200" b="1" cap="none">
                <a:solidFill>
                  <a:srgbClr val="0C0C0C"/>
                </a:solidFill>
                <a:latin typeface="Tahoma" pitchFamily="2" charset="0"/>
                <a:ea typeface="Tahoma" pitchFamily="2" charset="0"/>
                <a:cs typeface="Tahoma" pitchFamily="2" charset="0"/>
              </a:rPr>
              <a:t>(22UG011184)</a:t>
            </a:r>
            <a:endParaRPr lang="en-us" sz="3200" b="1" cap="none">
              <a:solidFill>
                <a:srgbClr val="0C0C0C"/>
              </a:solidFill>
              <a:latin typeface="Tahoma" pitchFamily="2" charset="0"/>
              <a:ea typeface="Tahoma" pitchFamily="2" charset="0"/>
              <a:cs typeface="Tahoma" pitchFamily="2" charset="0"/>
            </a:endParaRPr>
          </a:p>
          <a:p>
            <a:pPr algn="ctr">
              <a:defRPr lang="en-us"/>
            </a:pPr>
            <a:r>
              <a:rPr lang="en-us" sz="3200" b="1" cap="none">
                <a:solidFill>
                  <a:srgbClr val="0C0C0C"/>
                </a:solidFill>
                <a:latin typeface="Tahoma" pitchFamily="2" charset="0"/>
                <a:ea typeface="Tahoma" pitchFamily="2" charset="0"/>
                <a:cs typeface="Tahoma" pitchFamily="2" charset="0"/>
              </a:rPr>
              <a:t>Under the Guidance of</a:t>
            </a:r>
            <a:endParaRPr lang="en-us" sz="3200" b="1" cap="none">
              <a:solidFill>
                <a:srgbClr val="0C0C0C"/>
              </a:solidFill>
              <a:latin typeface="Tahoma" pitchFamily="2" charset="0"/>
              <a:ea typeface="Tahoma" pitchFamily="2" charset="0"/>
              <a:cs typeface="Tahoma" pitchFamily="2" charset="0"/>
            </a:endParaRPr>
          </a:p>
          <a:p>
            <a:pPr algn="ctr">
              <a:defRPr lang="en-us"/>
            </a:pPr>
            <a:r>
              <a:rPr lang="en-us" sz="3200" b="1" cap="none">
                <a:solidFill>
                  <a:srgbClr val="0C0C0C"/>
                </a:solidFill>
                <a:latin typeface="Tahoma" pitchFamily="2" charset="0"/>
                <a:ea typeface="Tahoma" pitchFamily="2" charset="0"/>
                <a:cs typeface="Tahoma" pitchFamily="2" charset="0"/>
              </a:rPr>
              <a:t>Dr. Neelamadhab Padhy</a:t>
            </a:r>
            <a:endParaRPr lang="en-us" sz="3200" b="1" cap="none">
              <a:solidFill>
                <a:srgbClr val="0C0C0C"/>
              </a:solidFill>
              <a:latin typeface="Tahoma" pitchFamily="2" charset="0"/>
              <a:ea typeface="Tahoma" pitchFamily="2" charset="0"/>
              <a:cs typeface="Tahoma" pitchFamily="2" charset="0"/>
            </a:endParaRPr>
          </a:p>
        </p:txBody>
      </p:sp>
      <p:pic>
        <p:nvPicPr>
          <p:cNvPr id="4" name="Picture 3"/>
          <p:cNvPicPr>
            <a:extLst>
              <a:ext uri="smNativeData">
                <pr:smNativeData xmlns:pr="smNativeData" xmlns="smNativeData" val="SMDATA_17_JjuraBMAAAAlAAAAEQAAAA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MgAAAAUAAAAAAAAAMDA/wAAAAAAAAAAAAAAAAAAAAAAZAAAAAAAAAB/f38ACgAAACIAAAAYAAAAAAAAAAAAAAAAAAAAAAAAAAAAAAAAAAAAJAAAACQAAAAAAAAABwAAAAAAAAAAAAAAAAAAAAAAAAAAAAAAAAAAAH9/fwAlAAAAWAAAAAAAAAAAAAAAAAAAAAAAAAAAAAAAAAAAAAAAAAAAAAAAAAAAAAAAAAAAAAAAPwAAAAAAAACghgEAAAAAAAAAAAAAAAAADAAAAAEAAAAAAAAAAAAAAAAAAAAfAAAAVAAAAJDCJgX///8BAAAAAAAAAAAAAAAAAAAAAAAAAAAAAAAAAAAAAAAAAAAAAAACf39/AOvr6wPMzMwAwMD/AH9/fwAAAAAAAAAAAAAAAAD///8AAAAAACEAAAAYAAAAFAAAAAAAAAA2AQAAzhYAAFsV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850"/>
            <a:ext cx="3707130" cy="3274695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</p:spPr>
      </p:pic>
      <p:sp>
        <p:nvSpPr>
          <p:cNvPr id="5" name="TextBox 8"/>
          <p:cNvSpPr>
            <a:extLst>
              <a:ext uri="smNativeData">
                <pr:smNativeData xmlns:pr="smNativeData" xmlns="smNativeData" val="SMDATA_15_JjuraBMAAAAlAAAAZAAAAE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f///wEAAAAAAAAAAAAAAAAAAAAAAAAAAAAAAAAAAAAAAAAAAAAAAAJ/f38A6+vrA8zMzADAwP8Af39/AAAAAAAAAAAAAAAAAAAAAAAAAAAAIQAAABgAAAAUAAAAQB4AAHUFAAAZcgAAbwkAABAgAAAmAAAACAAAAP//////////"/>
              </a:ext>
            </a:extLst>
          </p:cNvSpPr>
          <p:nvPr/>
        </p:nvSpPr>
        <p:spPr>
          <a:xfrm>
            <a:off x="4917440" y="887095"/>
            <a:ext cx="13630275" cy="646430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t"/>
          <a:lstStyle>
            <a:lvl1pPr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1pPr>
            <a:lvl2pPr marL="742950" indent="-28575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2pPr>
            <a:lvl3pPr marL="1143000" indent="-22860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3pPr>
            <a:lvl4pPr marL="1600200" indent="-22860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4pPr>
            <a:lvl5pPr marL="2057400" indent="-22860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9pPr>
          </a:lstStyle>
          <a:p>
            <a:pPr algn="ctr">
              <a:defRPr lang="en-us"/>
            </a:pPr>
            <a:endParaRPr lang="en-in" sz="3600" cap="none"/>
          </a:p>
        </p:txBody>
      </p:sp>
      <p:sp>
        <p:nvSpPr>
          <p:cNvPr id="6" name="TextBox 9"/>
          <p:cNvSpPr>
            <a:extLst>
              <a:ext uri="smNativeData">
                <pr:smNativeData xmlns:pr="smNativeData" xmlns="smNativeData" val="SMDATA_15_JjuraBMAAAAlAAAAZAAAAE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f///wEAAAAAAAAAAAAAAAAAAAAAAAAAAAAAAAAAAAAAAAAAAAAAAAJ/f38A6+vrA8zMzADAwP8Af39/AAAAAAAAAAAAAAAAAAAAAAAAAAAAIQAAABgAAAAUAAAAQB4AAHUFAADdewAA0AkAABAgAAAmAAAACAAAAP//////////"/>
              </a:ext>
            </a:extLst>
          </p:cNvSpPr>
          <p:nvPr/>
        </p:nvSpPr>
        <p:spPr>
          <a:xfrm>
            <a:off x="4917440" y="887095"/>
            <a:ext cx="15217775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1pPr>
            <a:lvl2pPr marL="742950" indent="-28575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2pPr>
            <a:lvl3pPr marL="1143000" indent="-22860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3pPr>
            <a:lvl4pPr marL="1600200" indent="-22860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4pPr>
            <a:lvl5pPr marL="2057400" indent="-22860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9pPr>
          </a:lstStyle>
          <a:p>
            <a:pPr algn="ctr">
              <a:defRPr lang="en-us"/>
            </a:pPr>
            <a:r>
              <a:rPr lang="en-in" sz="4000" b="1" cap="none">
                <a:latin typeface="Times New Roman" pitchFamily="1" charset="0"/>
                <a:ea typeface="Trebuchet MS" pitchFamily="2" charset="0"/>
                <a:cs typeface="Times New Roman" pitchFamily="1" charset="0"/>
              </a:rPr>
              <a:t>SCHOOL OF ENGINEERING AND TECHNOLOGY</a:t>
            </a:r>
            <a:endParaRPr lang="en-in" sz="4000" b="1" cap="none">
              <a:latin typeface="Times New Roman" pitchFamily="1" charset="0"/>
              <a:ea typeface="Trebuchet MS" pitchFamily="2" charset="0"/>
              <a:cs typeface="Times New Roman" pitchFamily="1" charset="0"/>
            </a:endParaRPr>
          </a:p>
        </p:txBody>
      </p:sp>
      <p:sp>
        <p:nvSpPr>
          <p:cNvPr id="7" name="TextBox 10"/>
          <p:cNvSpPr>
            <a:extLst>
              <a:ext uri="smNativeData">
                <pr:smNativeData xmlns:pr="smNativeData" xmlns="smNativeData" val="SMDATA_15_JjuraBMAAAAlAAAAZAAAAE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f///wEAAAAAAAAAAAAAAAAAAAAAAAAAAAAAAAAAAAAAAAAAAAAAAAJ/f38A6+vrA8zMzADAwP8Af39/AAAAAAAAAAAAAAAAAAAAAAAAAAAAIQAAABgAAAAUAAAA4CAAAEgLAAAzbgAA4Q4AABAgAAAmAAAACAAAAP//////////"/>
              </a:ext>
            </a:extLst>
          </p:cNvSpPr>
          <p:nvPr/>
        </p:nvSpPr>
        <p:spPr>
          <a:xfrm>
            <a:off x="5344160" y="1833880"/>
            <a:ext cx="12569825" cy="5848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1pPr>
            <a:lvl2pPr marL="742950" indent="-28575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2pPr>
            <a:lvl3pPr marL="1143000" indent="-22860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3pPr>
            <a:lvl4pPr marL="1600200" indent="-22860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4pPr>
            <a:lvl5pPr marL="2057400" indent="-22860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9pPr>
          </a:lstStyle>
          <a:p>
            <a:pPr algn="ctr">
              <a:defRPr lang="en-us"/>
            </a:pPr>
            <a:r>
              <a:rPr lang="en-in" sz="3200" b="1" cap="none">
                <a:latin typeface="Times New Roman" pitchFamily="1" charset="0"/>
                <a:ea typeface="Trebuchet MS" pitchFamily="2" charset="0"/>
                <a:cs typeface="Times New Roman" pitchFamily="1" charset="0"/>
              </a:rPr>
              <a:t>DEPARTMENT OF COMPUTER SCIENCE AND ENGINEERING </a:t>
            </a:r>
            <a:endParaRPr lang="en-in" sz="3200" b="1" cap="none">
              <a:latin typeface="Times New Roman" pitchFamily="1" charset="0"/>
              <a:ea typeface="Trebuchet MS" pitchFamily="2" charset="0"/>
              <a:cs typeface="Times New Roman" pitchFamily="1" charset="0"/>
            </a:endParaRPr>
          </a:p>
        </p:txBody>
      </p:sp>
      <p:sp>
        <p:nvSpPr>
          <p:cNvPr id="8" name="TextBox 4"/>
          <p:cNvSpPr>
            <a:extLst>
              <a:ext uri="smNativeData">
                <pr:smNativeData xmlns:pr="smNativeData" xmlns="smNativeData" val="SMDATA_15_JjuraBMAAAAlAAAAZAAAAE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MImBf///wEAAAAAAAAAAAAAAAAAAAAAAAAAAAAAAAAAAAAAAAAAAAAAAAJ/f38A6+vrA8zMzADAwP8Af39/AAAAAAAAAAAAAAAAAAAAAAAAAAAAIQAAABgAAAAUAAAAV2MAAMg/AABwhgAA80oAABAgAAAmAAAACAAAAP//////////"/>
              </a:ext>
            </a:extLst>
          </p:cNvSpPr>
          <p:nvPr/>
        </p:nvSpPr>
        <p:spPr>
          <a:xfrm>
            <a:off x="16148685" y="10368280"/>
            <a:ext cx="5705475" cy="18154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1pPr>
            <a:lvl2pPr marL="742950" indent="-28575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2pPr>
            <a:lvl3pPr marL="1143000" indent="-22860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3pPr>
            <a:lvl4pPr marL="1600200" indent="-22860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4pPr>
            <a:lvl5pPr marL="2057400" indent="-228600"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lang="en-us" cap="none">
                <a:solidFill>
                  <a:schemeClr val="tx1"/>
                </a:solidFill>
                <a:latin typeface="Calibri" pitchFamily="2" charset="0"/>
                <a:ea typeface="Trebuchet MS" pitchFamily="2" charset="0"/>
                <a:cs typeface="Trebuchet MS" pitchFamily="2" charset="0"/>
              </a:defRPr>
            </a:lvl9pPr>
          </a:lstStyle>
          <a:p>
            <a:pPr algn="ctr">
              <a:defRPr lang="en-us"/>
            </a:pPr>
            <a:r>
              <a:rPr lang="en-us" sz="2800" b="1" cap="none">
                <a:latin typeface="Tahoma" pitchFamily="2" charset="0"/>
                <a:ea typeface="Tahoma" pitchFamily="2" charset="0"/>
                <a:cs typeface="Tahoma" pitchFamily="2" charset="0"/>
              </a:rPr>
              <a:t>Dr. Neelamadhab Padhy</a:t>
            </a:r>
            <a:endParaRPr lang="en-us" sz="2800" b="1" cap="none">
              <a:latin typeface="Tahoma" pitchFamily="2" charset="0"/>
              <a:ea typeface="Tahoma" pitchFamily="2" charset="0"/>
              <a:cs typeface="Tahoma" pitchFamily="2" charset="0"/>
            </a:endParaRPr>
          </a:p>
          <a:p>
            <a:pPr algn="ctr">
              <a:defRPr lang="en-us"/>
            </a:pPr>
            <a:r>
              <a:rPr lang="en-us" sz="2800" b="1" cap="none">
                <a:latin typeface="Tahoma" pitchFamily="2" charset="0"/>
                <a:ea typeface="Tahoma" pitchFamily="2" charset="0"/>
                <a:cs typeface="Tahoma" pitchFamily="2" charset="0"/>
              </a:rPr>
              <a:t>Professor</a:t>
            </a:r>
            <a:endParaRPr lang="en-us" sz="2800" b="1" cap="none">
              <a:latin typeface="Tahoma" pitchFamily="2" charset="0"/>
              <a:ea typeface="Tahoma" pitchFamily="2" charset="0"/>
              <a:cs typeface="Tahoma" pitchFamily="2" charset="0"/>
            </a:endParaRPr>
          </a:p>
          <a:p>
            <a:pPr algn="ctr">
              <a:defRPr lang="en-us"/>
            </a:pPr>
            <a:r>
              <a:rPr lang="en-us" sz="2800" b="1" cap="none">
                <a:latin typeface="Tahoma" pitchFamily="2" charset="0"/>
                <a:ea typeface="Tahoma" pitchFamily="2" charset="0"/>
                <a:cs typeface="Tahoma" pitchFamily="2" charset="0"/>
              </a:rPr>
              <a:t>Dept. Of CSE,</a:t>
            </a:r>
            <a:endParaRPr lang="en-us" sz="2800" b="1" cap="none">
              <a:latin typeface="Tahoma" pitchFamily="2" charset="0"/>
              <a:ea typeface="Tahoma" pitchFamily="2" charset="0"/>
              <a:cs typeface="Tahoma" pitchFamily="2" charset="0"/>
            </a:endParaRPr>
          </a:p>
          <a:p>
            <a:pPr algn="ctr">
              <a:defRPr lang="en-us"/>
            </a:pPr>
            <a:r>
              <a:rPr lang="en-us" sz="2800" b="1" cap="none">
                <a:latin typeface="Tahoma" pitchFamily="2" charset="0"/>
                <a:ea typeface="Tahoma" pitchFamily="2" charset="0"/>
                <a:cs typeface="Tahoma" pitchFamily="2" charset="0"/>
              </a:rPr>
              <a:t>GIET University , Gunupur</a:t>
            </a:r>
            <a:endParaRPr lang="en-us" sz="2800" b="1" cap="none">
              <a:latin typeface="Tahoma" pitchFamily="2" charset="0"/>
              <a:ea typeface="Tahoma" pitchFamily="2" charset="0"/>
              <a:cs typeface="Tahom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AAAAAA3NAAAOwoAABAAAAAmAAAACAAAAAEgAAAAAAAA"/>
              </a:ext>
            </a:extLst>
          </p:cNvSpPr>
          <p:nvPr>
            <p:ph type="title"/>
          </p:nvPr>
        </p:nvSpPr>
        <p:spPr>
          <a:xfrm>
            <a:off x="1354455" y="0"/>
            <a:ext cx="7133590" cy="166306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rPr lang="en-us" b="1" cap="none">
                <a:latin typeface="Algerian" pitchFamily="5" charset="0"/>
                <a:ea typeface="Trebuchet MS" pitchFamily="2" charset="0"/>
                <a:cs typeface="Trebuchet MS" pitchFamily="2" charset="0"/>
              </a:rPr>
              <a:t>OUTLINES</a:t>
            </a:r>
            <a:endParaRPr lang="en-in" b="1" cap="none">
              <a:latin typeface="Algerian" pitchFamily="5" charset="0"/>
              <a:ea typeface="Trebuchet MS" pitchFamily="2" charset="0"/>
              <a:cs typeface="Trebuchet MS" pitchFamily="2" charset="0"/>
            </a:endParaRPr>
          </a:p>
        </p:txBody>
      </p:sp>
      <p:graphicFrame>
        <p:nvGraphicFramePr>
          <p:cNvPr id="3" name=""/>
          <p:cNvGraphicFramePr>
            <a:graphicFrameLocks noGrp="1"/>
          </p:cNvGraphicFramePr>
          <p:nvPr/>
        </p:nvGraphicFramePr>
        <p:xfrm>
          <a:off x="1354455" y="1240155"/>
          <a:ext cx="14805025" cy="110337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935220"/>
                <a:gridCol w="6927850"/>
                <a:gridCol w="2941955"/>
              </a:tblGrid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cap="none">
                          <a:solidFill>
                            <a:srgbClr val="0C0C0C"/>
                          </a:solidFill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S.NO.</a:t>
                      </a:r>
                      <a:endParaRPr lang="en-in" cap="none">
                        <a:solidFill>
                          <a:srgbClr val="0C0C0C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r>
                        <a:rPr lang="en-us" b="1" cap="none">
                          <a:solidFill>
                            <a:srgbClr val="0C0C0C"/>
                          </a:solidFill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CONTENTS</a:t>
                      </a:r>
                      <a:endParaRPr lang="en-in" b="1" cap="none">
                        <a:solidFill>
                          <a:srgbClr val="0C0C0C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r>
                        <a:rPr lang="en-us" b="1" cap="none">
                          <a:solidFill>
                            <a:srgbClr val="0C0C0C"/>
                          </a:solidFill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PAGE NO.</a:t>
                      </a:r>
                      <a:endParaRPr lang="en-in" b="1" cap="none">
                        <a:solidFill>
                          <a:srgbClr val="0C0C0C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1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INTRODUCTION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2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DATASET AND DATA ACQUISITION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3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DATA PREPROCESSING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4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SYSTEM ARCHITECTURE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5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ANOMALY DETECTION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6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MODEL DEVELOPMENT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7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PREDICTIVE MODELING WORKFLOW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8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r>
                        <a:rPr lang="en-us" sz="2400" b="1" cap="none">
                          <a:solidFill>
                            <a:srgbClr val="000000"/>
                          </a:solidFill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MODEL DEVELOPMENT</a:t>
                      </a:r>
                      <a:endParaRPr lang="en-us" sz="24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r>
                        <a:rPr lang="en-us" sz="2400" b="1" cap="none">
                          <a:solidFill>
                            <a:srgbClr val="000000"/>
                          </a:solidFill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(PREDICTIVE MODELING)</a:t>
                      </a:r>
                      <a:endParaRPr lang="en-in" sz="24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9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r>
                        <a:rPr lang="en-us" sz="2400" b="1" cap="none">
                          <a:solidFill>
                            <a:srgbClr val="000000"/>
                          </a:solidFill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EVALUATION METRICS</a:t>
                      </a:r>
                      <a:endParaRPr lang="en-in" sz="24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10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r>
                        <a:rPr lang="en-us" sz="2400" b="1" cap="none">
                          <a:solidFill>
                            <a:srgbClr val="000000"/>
                          </a:solidFill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RESULTS(ANOMALY DETECTION)</a:t>
                      </a:r>
                      <a:endParaRPr lang="en-in" sz="24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11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r>
                        <a:rPr lang="en-us" sz="2400" b="1" cap="none">
                          <a:solidFill>
                            <a:srgbClr val="000000"/>
                          </a:solidFill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RESULTS (PREDICTIVE MODELING)</a:t>
                      </a:r>
                      <a:endParaRPr lang="en-in" sz="24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12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r>
                        <a:rPr lang="en-us" sz="2400" b="1" cap="none">
                          <a:solidFill>
                            <a:srgbClr val="000000"/>
                          </a:solidFill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COMPARATIVE ANALYSIS</a:t>
                      </a:r>
                      <a:endParaRPr lang="en-us" sz="24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13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r>
                        <a:rPr lang="en-us" sz="2400" b="1" cap="none">
                          <a:solidFill>
                            <a:srgbClr val="000000"/>
                          </a:solidFill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INSIGHTS &amp; IMPLEMENTASTSIONS</a:t>
                      </a:r>
                      <a:endParaRPr lang="en-us" sz="24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14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r>
                        <a:rPr lang="en-us" sz="2400" b="1" cap="none">
                          <a:solidFill>
                            <a:srgbClr val="000000"/>
                          </a:solidFill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DISCUSSION &amp;FUTURE WORKS</a:t>
                      </a:r>
                      <a:endParaRPr lang="en-us" sz="24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2400" b="1" cap="none"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15</a:t>
                      </a:r>
                      <a:endParaRPr lang="en-in" sz="2400" b="1" cap="none"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r>
                        <a:rPr lang="en-us" sz="2400" b="1" cap="none">
                          <a:solidFill>
                            <a:srgbClr val="000000"/>
                          </a:solidFill>
                          <a:latin typeface="Times New Roman" pitchFamily="1" charset="0"/>
                          <a:ea typeface="Trebuchet MS" pitchFamily="2" charset="0"/>
                          <a:cs typeface="Times New Roman" pitchFamily="1" charset="0"/>
                        </a:rPr>
                        <a:t>CONCLUSION</a:t>
                      </a:r>
                      <a:endParaRPr lang="en-us" sz="24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 defTabSz="457200">
                        <a:buNone/>
                        <a:tabLst/>
                        <a:defRPr lang="en-us"/>
                      </a:pPr>
                      <a:endParaRPr lang="en-in" sz="3200" b="1" cap="none">
                        <a:solidFill>
                          <a:srgbClr val="000000"/>
                        </a:solidFill>
                        <a:latin typeface="Times New Roman" pitchFamily="1" charset="0"/>
                        <a:ea typeface="Trebuchet MS" pitchFamily="2" charset="0"/>
                        <a:cs typeface="Times New Roman" pitchFamily="1" charset="0"/>
                      </a:endParaRPr>
                    </a:p>
                  </a:txBody>
                  <a:tcPr marL="182880" marR="18288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56052262" type="min" val="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ction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Introduction</a:t>
            </a:r>
          </a:p>
        </p:txBody>
      </p:sp>
      <p:sp>
        <p:nvSpPr>
          <p:cNvPr id="3" name="Why ECG Monitoring?"/>
          <p:cNvSpPr>
            <a:spLocks noGrp="1" noChangeArrowheads="1"/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/wYAAB4QAAABjwAABRoAABAAAAAmAAAACAAAAAGAAAAAAAAA"/>
              </a:ext>
            </a:extLst>
          </p:cNvSpPr>
          <p:nvPr>
            <p:ph type="body" idx="21"/>
          </p:nvPr>
        </p:nvSpPr>
        <p:spPr>
          <a:xfrm>
            <a:off x="1137285" y="2620010"/>
            <a:ext cx="22109430" cy="1609725"/>
          </a:xfrm>
        </p:spPr>
        <p:txBody>
          <a:bodyPr/>
          <a:lstStyle>
            <a:lvl1pPr defTabSz="759460">
              <a:tabLst/>
              <a:defRPr lang="en-us" sz="506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Why ECG Monitoring?</a:t>
            </a:r>
            <a:endParaRPr lang="en-us" b="0" cap="none"/>
          </a:p>
        </p:txBody>
      </p:sp>
      <p:sp>
        <p:nvSpPr>
          <p:cNvPr id="4" name="Essential for early detection of cardiac abnormalities.…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L4WAACUjgAA0yQAABAAAAAmAAAACAAAAAEAAAAAAAAA"/>
              </a:ext>
            </a:extLst>
          </p:cNvSpPr>
          <p:nvPr>
            <p:ph type="body" idx="1"/>
          </p:nvPr>
        </p:nvSpPr>
        <p:spPr>
          <a:xfrm>
            <a:off x="1206500" y="3696970"/>
            <a:ext cx="21971000" cy="2289175"/>
          </a:xfrm>
        </p:spPr>
        <p:txBody>
          <a:bodyPr/>
          <a:lstStyle/>
          <a:p>
            <a:pPr>
              <a:defRPr lang="en-us"/>
            </a:pPr>
            <a:r>
              <a:t>Essential for early detection of cardiac abnormalities.</a:t>
            </a:r>
          </a:p>
          <a:p>
            <a:pPr>
              <a:defRPr lang="en-us"/>
            </a:pPr>
            <a:r>
              <a:t>Traditional ECG analysis is manual &amp; time-consuming.</a:t>
            </a:r>
          </a:p>
        </p:txBody>
      </p:sp>
      <p:sp>
        <p:nvSpPr>
          <p:cNvPr id="5" name="Role of AI"/>
          <p:cNvSpPr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6+vrA8zMzADAwP8Af39/AAAAAAAAAAAAAAAAAAAAAAAAAAAAIQAAABgAAAAUAAAA/wYAAF0nAAABjwAAcjUAABAAAAAmAAAACAAAAP//////////"/>
              </a:ext>
            </a:extLst>
          </p:cNvSpPr>
          <p:nvPr/>
        </p:nvSpPr>
        <p:spPr>
          <a:xfrm>
            <a:off x="1137285" y="6398895"/>
            <a:ext cx="22109430" cy="2289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20" tIns="45720" rIns="45720" bIns="45720" numCol="1" spcCol="215900" anchor="t"/>
          <a:lstStyle>
            <a:lvl1pPr defTabSz="825500">
              <a:lnSpc>
                <a:spcPct val="100000"/>
              </a:lnSpc>
              <a:spcBef>
                <a:spcPts val="0"/>
              </a:spcBef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Role of AI</a:t>
            </a:r>
            <a:endParaRPr lang="en-us" b="0" cap="none"/>
          </a:p>
        </p:txBody>
      </p:sp>
      <p:sp>
        <p:nvSpPr>
          <p:cNvPr id="6" name="Automates ECG analysis with machine learning.…"/>
          <p:cNvSpPr>
            <a:extLst>
              <a:ext uri="smNativeData">
                <pr:smNativeData xmlns:pr="smNativeData" xmlns="smNativeData" val="SMDATA_15_JjuraBMAAAAlAAAAZAAAAA0AAAAAUAAAAFAAAABQAAAAU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6+vrA8zMzADAwP8Af39/AAAAAAAAAAAAAAAAAAAAAAAAAAAAIQAAABgAAAAUAAAAbAcAACQtAACUjgAAOTsAABAAAAAmAAAACAAAAP//////////"/>
              </a:ext>
            </a:extLst>
          </p:cNvSpPr>
          <p:nvPr/>
        </p:nvSpPr>
        <p:spPr>
          <a:xfrm>
            <a:off x="1206500" y="7338060"/>
            <a:ext cx="21971000" cy="2289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50800" rIns="50800" bIns="50800" numCol="1" spcCol="215900" anchor="t"/>
          <a:lstStyle/>
          <a:p>
            <a:pPr marL="609600" indent="-609600">
              <a:buSzPts val="2210"/>
              <a:buChar char="•"/>
              <a:defRPr lang="en-us"/>
            </a:pPr>
            <a:r>
              <a:t>Automates ECG analysis with machine learning.</a:t>
            </a:r>
          </a:p>
          <a:p>
            <a:pPr marL="609600" indent="-609600">
              <a:buSzPts val="2210"/>
              <a:buChar char="•"/>
              <a:defRPr lang="en-us"/>
            </a:pPr>
            <a:r>
              <a:t>Improves accuracy in anomaly detection &amp; prediction.</a:t>
            </a:r>
          </a:p>
        </p:txBody>
      </p:sp>
      <p:sp>
        <p:nvSpPr>
          <p:cNvPr id="7" name="Objective: To Develop an AI-powered system for ECG biosensor enhancement."/>
          <p:cNvSpPr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6+vrA8zMzADAwP8Af39/AAAAAAAAAAAAAAAAAAAAAAAAAAAAIQAAABgAAAAUAAAA/wYAAHs9AAABjwAAkEsAABAAAAAmAAAACAAAAP//////////"/>
              </a:ext>
            </a:extLst>
          </p:cNvSpPr>
          <p:nvPr/>
        </p:nvSpPr>
        <p:spPr>
          <a:xfrm>
            <a:off x="1137285" y="9994265"/>
            <a:ext cx="22109430" cy="2289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20" tIns="45720" rIns="45720" bIns="45720" numCol="1" spcCol="215900" anchor="t"/>
          <a:lstStyle/>
          <a:p>
            <a:pPr defTabSz="726440">
              <a:lnSpc>
                <a:spcPct val="100000"/>
              </a:lnSpc>
              <a:spcBef>
                <a:spcPts val="0"/>
              </a:spcBef>
              <a:tabLst/>
              <a:defRPr lang="en-us" sz="4840" b="1" cap="none"/>
            </a:pPr>
            <a:r>
              <a:t>Objective: </a:t>
            </a:r>
            <a:r>
              <a:rPr lang="en-us" b="0" cap="none"/>
              <a:t>To Develop an AI-powered system for ECG biosensor enhancement.</a:t>
            </a:r>
            <a:endParaRPr lang="en-us" b="0" cap="none"/>
          </a:p>
          <a:p>
            <a:pPr defTabSz="726440">
              <a:lnSpc>
                <a:spcPct val="100000"/>
              </a:lnSpc>
              <a:spcBef>
                <a:spcPts val="0"/>
              </a:spcBef>
              <a:tabLst/>
              <a:defRPr lang="en-us" sz="4840" cap="none"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set and Data Acquisition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Dataset and Data Acquisition</a:t>
            </a:r>
          </a:p>
        </p:txBody>
      </p:sp>
      <p:sp>
        <p:nvSpPr>
          <p:cNvPr id="3" name="MIT-BIH Arrhythmia Database"/>
          <p:cNvSpPr>
            <a:spLocks noGrp="1" noChangeArrowheads="1"/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KcPAACUjgAAZxUAABAAAAAmAAAACAAAAAGAAAAAAAAA"/>
              </a:ext>
            </a:extLst>
          </p:cNvSpPr>
          <p:nvPr>
            <p:ph type="body" idx="21"/>
          </p:nvPr>
        </p:nvSpPr>
        <p:spPr>
          <a:xfrm>
            <a:off x="1206500" y="2544445"/>
            <a:ext cx="21971000" cy="934720"/>
          </a:xfr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None/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MIT-BIH Arrhythmia Database</a:t>
            </a:r>
          </a:p>
        </p:txBody>
      </p:sp>
      <p:sp>
        <p:nvSpPr>
          <p:cNvPr id="4" name="48 half-hour ECG recordings from 47 patients.…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JgVAACUjgAA7iMAABAAAAAmAAAACAAAAAEAAAAAAAAA"/>
              </a:ext>
            </a:extLst>
          </p:cNvSpPr>
          <p:nvPr>
            <p:ph type="body" idx="1"/>
          </p:nvPr>
        </p:nvSpPr>
        <p:spPr>
          <a:xfrm>
            <a:off x="1206500" y="3510280"/>
            <a:ext cx="21971000" cy="2330450"/>
          </a:xfrm>
        </p:spPr>
        <p:txBody>
          <a:bodyPr/>
          <a:lstStyle/>
          <a:p>
            <a:pPr>
              <a:defRPr lang="en-us"/>
            </a:pPr>
            <a:r>
              <a:t>48 half-hour ECG recordings from 47 patients.</a:t>
            </a:r>
          </a:p>
          <a:p>
            <a:pPr>
              <a:defRPr lang="en-us"/>
            </a:pPr>
            <a:r>
              <a:t>Covers normal &amp; abnormal heartbeats (arrhythmias).</a:t>
            </a:r>
          </a:p>
        </p:txBody>
      </p:sp>
      <p:sp>
        <p:nvSpPr>
          <p:cNvPr id="5" name="Data Representation"/>
          <p:cNvSpPr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I4DB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6+vrA8zMzADAwP8Af39/AAAAAAAAAAAAAAAAAAAAAAAAAAAAIQAAABgAAAAUAAAAcAgAANwiAACYjwAAnCgAABAAAAAmAAAACAAAAP//////////"/>
              </a:ext>
            </a:extLst>
          </p:cNvSpPr>
          <p:nvPr/>
        </p:nvSpPr>
        <p:spPr>
          <a:xfrm>
            <a:off x="1371600" y="5666740"/>
            <a:ext cx="21971000" cy="93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20" tIns="45720" rIns="45720" bIns="45720" numCol="1" spcCol="215900" anchor="t"/>
          <a:lstStyle>
            <a:lvl1pPr defTabSz="825500">
              <a:lnSpc>
                <a:spcPct val="100000"/>
              </a:lnSpc>
              <a:spcBef>
                <a:spcPts val="0"/>
              </a:spcBef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Data Representation</a:t>
            </a:r>
          </a:p>
        </p:txBody>
      </p:sp>
      <p:sp>
        <p:nvSpPr>
          <p:cNvPr id="6" name="Time-series visualization of ECG signals."/>
          <p:cNvSpPr>
            <a:extLst>
              <a:ext uri="smNativeData">
                <pr:smNativeData xmlns:pr="smNativeData" xmlns="smNativeData" val="SMDATA_15_JjuraBMAAAAlAAAAZAAAAA0AAAAAUAAAAFAAAABQAAAAU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6+vrA8zMzADAwP8Af39/AAAAAAAAAAAAAAAAAAAAAAAAAAAAIQAAABgAAAAUAAAAHAcAAAcpAABEjgAAyC8AABAAAAAmAAAACAAAAP//////////"/>
              </a:ext>
            </a:extLst>
          </p:cNvSpPr>
          <p:nvPr/>
        </p:nvSpPr>
        <p:spPr>
          <a:xfrm>
            <a:off x="1155700" y="6669405"/>
            <a:ext cx="21971000" cy="10979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50800" rIns="50800" bIns="50800" numCol="1" spcCol="215900" anchor="t"/>
          <a:lstStyle>
            <a:lvl1pPr marL="609600" indent="-609600">
              <a:buSzTx/>
              <a:buChar char="•"/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Time-series visualization of ECG signals.</a:t>
            </a:r>
          </a:p>
        </p:txBody>
      </p:sp>
      <p:pic>
        <p:nvPicPr>
          <p:cNvPr id="7" name="Image" descr="Image"/>
          <p:cNvPicPr>
            <a:picLocks noChangeAspect="1"/>
            <a:extLst>
              <a:ext uri="smNativeData">
                <pr:smNativeData xmlns:pr="smNativeData" xmlns="smNativeData" val="SMDATA_17_JjuraBMAAAAlAAAAEQAAAC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DCJgX///8BAAAAAAAAAAAAAAAAAAAAAAAAAAAAAAAAAAAAAAAAAAAAAAACf39/AOvr6wPMzMwAwMD/AH9/fwAAAAAAAAAAAAAAAAD///8AAAAAACEAAAAYAAAAFAAAAAk1AACvLgAA/2IAAN1S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8621395" y="7588885"/>
            <a:ext cx="7471410" cy="588137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Preprocessing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Data Preprocessing</a:t>
            </a:r>
          </a:p>
        </p:txBody>
      </p:sp>
      <p:sp>
        <p:nvSpPr>
          <p:cNvPr id="3" name="Noise Filtering"/>
          <p:cNvSpPr>
            <a:spLocks noGrp="1" noChangeArrowheads="1"/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JkOAACUjgAAWRQAABAAAAAmAAAACAAAAAGAAAAAAAAA"/>
              </a:ext>
            </a:extLst>
          </p:cNvSpPr>
          <p:nvPr>
            <p:ph type="body" idx="21"/>
          </p:nvPr>
        </p:nvSpPr>
        <p:spPr>
          <a:xfrm>
            <a:off x="1206500" y="2372995"/>
            <a:ext cx="21971000" cy="934720"/>
          </a:xfr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None/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Noise Filtering</a:t>
            </a:r>
          </a:p>
        </p:txBody>
      </p:sp>
      <p:sp>
        <p:nvSpPr>
          <p:cNvPr id="4" name="Bandpass filter (0.5 Hz - 50 Hz) to remove unwanted noise.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kQYAAJgUAAC5jQAAWBoAABAAAAAmAAAACAAAAAEAAAAAAAAA"/>
              </a:ext>
            </a:extLst>
          </p:cNvSpPr>
          <p:nvPr>
            <p:ph type="body" idx="1"/>
          </p:nvPr>
        </p:nvSpPr>
        <p:spPr>
          <a:xfrm>
            <a:off x="1067435" y="3347720"/>
            <a:ext cx="21971000" cy="934720"/>
          </a:xfrm>
        </p:spPr>
        <p:txBody>
          <a:bodyPr/>
          <a:lstStyle/>
          <a:p>
            <a:pPr>
              <a:defRPr lang="en-us"/>
            </a:pPr>
            <a:r>
              <a:t>Bandpass filter (0.5 Hz - 50 Hz) to remove unwanted noise.</a:t>
            </a:r>
          </a:p>
        </p:txBody>
      </p:sp>
      <p:sp>
        <p:nvSpPr>
          <p:cNvPr id="5" name="Segmentation"/>
          <p:cNvSpPr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6+vrA8zMzADAwP8Af39/AAAAAAAAAAAAAAAAAAAAAAAAAAAAIQAAABgAAAAUAAAAbAcAACEbAACUjgAA4SAAABAAAAAmAAAACAAAAP//////////"/>
              </a:ext>
            </a:extLst>
          </p:cNvSpPr>
          <p:nvPr/>
        </p:nvSpPr>
        <p:spPr>
          <a:xfrm>
            <a:off x="1206500" y="4410075"/>
            <a:ext cx="21971000" cy="93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20" tIns="45720" rIns="45720" bIns="45720" numCol="1" spcCol="215900" anchor="t"/>
          <a:lstStyle>
            <a:lvl1pPr defTabSz="825500">
              <a:lnSpc>
                <a:spcPct val="100000"/>
              </a:lnSpc>
              <a:spcBef>
                <a:spcPts val="0"/>
              </a:spcBef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Segmentation</a:t>
            </a:r>
          </a:p>
        </p:txBody>
      </p:sp>
      <p:sp>
        <p:nvSpPr>
          <p:cNvPr id="6" name="ECG signals divided into fixed-length windows for structured input."/>
          <p:cNvSpPr>
            <a:extLst>
              <a:ext uri="smNativeData">
                <pr:smNativeData xmlns:pr="smNativeData" xmlns="smNativeData" val="SMDATA_15_JjuraBMAAAAlAAAAZAAAAA0AAAAAUAAAAFAAAABQAAAAU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6+vrA8zMzADAwP8Af39/AAAAAAAAAAAAAAAAAAAAAAAAAAAAIQAAABgAAAAUAAAAkAYAAAoiAAC4jQAAyicAABAAAAAmAAAACAAAAP//////////"/>
              </a:ext>
            </a:extLst>
          </p:cNvSpPr>
          <p:nvPr/>
        </p:nvSpPr>
        <p:spPr>
          <a:xfrm>
            <a:off x="1066800" y="5533390"/>
            <a:ext cx="21971000" cy="93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50800" rIns="50800" bIns="50800" numCol="1" spcCol="215900" anchor="t"/>
          <a:lstStyle>
            <a:lvl1pPr marL="609600" indent="-609600">
              <a:buSzTx/>
              <a:buChar char="•"/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ECG signals divided into fixed-length windows for structured input.</a:t>
            </a:r>
          </a:p>
        </p:txBody>
      </p:sp>
      <p:sp>
        <p:nvSpPr>
          <p:cNvPr id="7" name="Feature Extraction &amp; Normalization"/>
          <p:cNvSpPr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6+vrA8zMzADAwP8Af39/AAAAAAAAAAAAAAAAAAAAAAAAAAAAIQAAABgAAAAUAAAAkQYAAPQoAAC5jQAAtC4AABAAAAAmAAAACAAAAP//////////"/>
              </a:ext>
            </a:extLst>
          </p:cNvSpPr>
          <p:nvPr/>
        </p:nvSpPr>
        <p:spPr>
          <a:xfrm>
            <a:off x="1067435" y="6657340"/>
            <a:ext cx="21971000" cy="93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20" tIns="45720" rIns="45720" bIns="45720" numCol="1" spcCol="215900" anchor="t"/>
          <a:lstStyle>
            <a:lvl1pPr defTabSz="825500">
              <a:lnSpc>
                <a:spcPct val="100000"/>
              </a:lnSpc>
              <a:spcBef>
                <a:spcPts val="0"/>
              </a:spcBef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Feature Extraction &amp; Normalization</a:t>
            </a:r>
          </a:p>
        </p:txBody>
      </p:sp>
      <p:sp>
        <p:nvSpPr>
          <p:cNvPr id="8" name="Normalizing data for uniform model training."/>
          <p:cNvSpPr>
            <a:extLst>
              <a:ext uri="smNativeData">
                <pr:smNativeData xmlns:pr="smNativeData" xmlns="smNativeData" val="SMDATA_15_JjuraBMAAAAlAAAAZAAAAA0AAAAAUAAAAFAAAABQAAAAU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6+vrA8zMzADAwP8Af39/AAAAAAAAAAAAAAAAAAAAAAAAAAAAIQAAABgAAAAUAAAAwAYAAE8vAAD0jAAAU0MAABAAAAAmAAAACAAAAP//////////"/>
              </a:ext>
            </a:extLst>
          </p:cNvSpPr>
          <p:nvPr/>
        </p:nvSpPr>
        <p:spPr>
          <a:xfrm>
            <a:off x="1097280" y="7690485"/>
            <a:ext cx="21816060" cy="32537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50800" rIns="50800" bIns="50800" numCol="1" spcCol="215900" anchor="t"/>
          <a:lstStyle>
            <a:lvl1pPr marL="609600" indent="-609600">
              <a:buSzTx/>
              <a:buChar char="•"/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Normalizing data for uniform model training.</a:t>
            </a:r>
          </a:p>
        </p:txBody>
      </p:sp>
      <p:pic>
        <p:nvPicPr>
          <p:cNvPr id="9" name="Image" descr="Image"/>
          <p:cNvPicPr>
            <a:picLocks noChangeAspect="1"/>
            <a:extLst>
              <a:ext uri="smNativeData">
                <pr:smNativeData xmlns:pr="smNativeData" xmlns="smNativeData" val="SMDATA_17_JjuraBMAAAAlAAAAEQAAAC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DCJgX///8BAAAAAAAAAAAAAAAAAAAAAAAAAAAAAAAAAAAAAAAAAAAAAAACf39/AOvr6wPMzMwAwMD/AH9/fwAAAAAAAAAAAAAAAAD///8AAAAAACEAAAAYAAAAFAAAAJEGAABgOgAAuY0AAA5K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067435" y="9489440"/>
            <a:ext cx="21971000" cy="254889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  <a:extLst>
              <a:ext uri="smNativeData">
                <pr:smNativeData xmlns:pr="smNativeData" xmlns="smNativeData" val="SMDATA_17_JjuraBMAAAAlAAAAEQAAAC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FoJAABKFwAApowAABY9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520190" y="3785870"/>
            <a:ext cx="21343620" cy="61442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ystem Architecture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System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  <a:extLst>
              <a:ext uri="smNativeData">
                <pr:smNativeData xmlns:pr="smNativeData" xmlns="smNativeData" val="SMDATA_17_JjuraBMAAAAlAAAAEQAAAC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OgfAADlEgAAGHYAAHtB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186680" y="3071495"/>
            <a:ext cx="14010640" cy="75730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Anomaly Detection Workflow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Anomaly Detection Workflow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el Development (Anomaly Detection)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Model Development (Anomaly Detection)</a:t>
            </a:r>
          </a:p>
        </p:txBody>
      </p:sp>
      <p:sp>
        <p:nvSpPr>
          <p:cNvPr id="3" name="Autoencoder Model"/>
          <p:cNvSpPr>
            <a:spLocks noGrp="1" noChangeArrowheads="1"/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JkOAACUjgAAWRQAABAAAAAmAAAACAAAAAGAAAAAAAAA"/>
              </a:ext>
            </a:extLst>
          </p:cNvSpPr>
          <p:nvPr>
            <p:ph type="body" idx="21"/>
          </p:nvPr>
        </p:nvSpPr>
        <p:spPr>
          <a:xfrm>
            <a:off x="1206500" y="2372995"/>
            <a:ext cx="21971000" cy="934720"/>
          </a:xfr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None/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Autoencoder Model</a:t>
            </a:r>
          </a:p>
        </p:txBody>
      </p:sp>
      <p:sp>
        <p:nvSpPr>
          <p:cNvPr id="4" name="Learns normal ECG patterns, detects deviations as anomalies.…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FkTAACUjgAAMzAAABAAAAAmAAAACAAAAAEAAAAAAAAA"/>
              </a:ext>
            </a:extLst>
          </p:cNvSpPr>
          <p:nvPr>
            <p:ph type="body" idx="1"/>
          </p:nvPr>
        </p:nvSpPr>
        <p:spPr>
          <a:xfrm>
            <a:off x="1206500" y="3145155"/>
            <a:ext cx="21971000" cy="4690110"/>
          </a:xfrm>
        </p:spPr>
        <p:txBody>
          <a:bodyPr/>
          <a:lstStyle/>
          <a:p>
            <a:pPr>
              <a:defRPr lang="en-us"/>
            </a:pPr>
            <a:r>
              <a:t>Learns normal ECG patterns, detects deviations as anomalies.</a:t>
            </a:r>
          </a:p>
          <a:p>
            <a:pPr>
              <a:defRPr lang="en-us"/>
            </a:pPr>
            <a:r>
              <a:t>Architecture: Input layer → Dense layers (64, 16 neurons) → Decoder.</a:t>
            </a:r>
          </a:p>
          <a:p>
            <a:pPr>
              <a:defRPr lang="en-us"/>
            </a:pPr>
            <a:r>
              <a:t>Trained with Adam optimizer &amp; MSE loss over 50 epochs.</a:t>
            </a:r>
          </a:p>
          <a:p>
            <a:pPr>
              <a:defRPr lang="en-us"/>
            </a:pPr>
            <a:r>
              <a:t>Thresholding based on reconstruction error (95th percentile).</a:t>
            </a:r>
          </a:p>
        </p:txBody>
      </p:sp>
      <p:sp>
        <p:nvSpPr>
          <p:cNvPr id="5" name="K-Means Clustering"/>
          <p:cNvSpPr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KcwAACUjgAAZzYAABAAAAAmAAAACAAAAP//////////"/>
              </a:ext>
            </a:extLst>
          </p:cNvSpPr>
          <p:nvPr/>
        </p:nvSpPr>
        <p:spPr>
          <a:xfrm>
            <a:off x="1206500" y="7908925"/>
            <a:ext cx="21971000" cy="93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20" tIns="45720" rIns="45720" bIns="45720" numCol="1" spcCol="215900" anchor="t"/>
          <a:lstStyle>
            <a:lvl1pPr defTabSz="825500">
              <a:lnSpc>
                <a:spcPct val="100000"/>
              </a:lnSpc>
              <a:spcBef>
                <a:spcPts val="0"/>
              </a:spcBef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K-Means Clustering</a:t>
            </a:r>
          </a:p>
        </p:txBody>
      </p:sp>
      <p:sp>
        <p:nvSpPr>
          <p:cNvPr id="6" name="Unsupervised clustering to detect abnormal ECG patterns.…"/>
          <p:cNvSpPr>
            <a:extLst>
              <a:ext uri="smNativeData">
                <pr:smNativeData xmlns:pr="smNativeData" xmlns="smNativeData" val="SMDATA_15_JjuraBMAAAAlAAAAZAAAAA0AAAAAUAAAAFAAAABQAAAAU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LY1AAA9VgAAzFEAABAAAAAmAAAACAAAAP//////////"/>
              </a:ext>
            </a:extLst>
          </p:cNvSpPr>
          <p:nvPr/>
        </p:nvSpPr>
        <p:spPr>
          <a:xfrm>
            <a:off x="1206500" y="8731250"/>
            <a:ext cx="12812395" cy="4565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50800" rIns="50800" bIns="50800" numCol="1" spcCol="215900" anchor="t"/>
          <a:lstStyle/>
          <a:p>
            <a:pPr marL="609600" indent="-609600">
              <a:buSzPts val="2210"/>
              <a:buChar char="•"/>
              <a:defRPr lang="en-us"/>
            </a:pPr>
            <a:r>
              <a:t>Unsupervised clustering to detect abnormal ECG patterns.</a:t>
            </a:r>
          </a:p>
          <a:p>
            <a:pPr marL="609600" indent="-609600">
              <a:buSzPts val="2210"/>
              <a:buChar char="•"/>
              <a:defRPr lang="en-us"/>
            </a:pPr>
            <a:r>
              <a:t>Identifies outliers based on distance from centroids.</a:t>
            </a:r>
          </a:p>
        </p:txBody>
      </p:sp>
      <p:pic>
        <p:nvPicPr>
          <p:cNvPr id="7" name="Image" descr="Image"/>
          <p:cNvPicPr>
            <a:picLocks noChangeAspect="1"/>
            <a:extLst>
              <a:ext uri="smNativeData">
                <pr:smNativeData xmlns:pr="smNativeData" xmlns="smNativeData" val="SMDATA_17_JjuraBMAAAAlAAAAEQAAAC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AcAAAA4AAAAAAAAAAAAAAAAAAAA////AAAAAAAAAAAAAAAAAAAAAAAAAAAAAAAAAAAAAABkAAAAZAAAAAAAAAAjAAAABAAAAGQAAAAXAAAAFAAAAAAAAAAAAAAA/38AAP9/AAAAAAAACQAAAAQAAAAAALU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NRdAABALwAAq4sAACpU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5252700" y="7680960"/>
            <a:ext cx="7451725" cy="60007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  <a:extLst>
              <a:ext uri="smNativeData">
                <pr:smNativeData xmlns:pr="smNativeData" xmlns="smNativeData" val="SMDATA_17_JjuraBMAAAAlAAAAEQAAAC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IAbAADAEgAAgHoAAKBB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0" y="3048000"/>
            <a:ext cx="15443200" cy="76200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Predictive Modeling Workflow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Predictive Modeling Workflow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el Development (Predictive Modeling)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Model Development (Predictive Modeling)</a:t>
            </a:r>
          </a:p>
        </p:txBody>
      </p:sp>
      <p:sp>
        <p:nvSpPr>
          <p:cNvPr id="3" name="Random Forest Regression"/>
          <p:cNvSpPr>
            <a:spLocks noGrp="1" noChangeArrowheads="1"/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JkOAACUjgAAWRQAABAAAAAmAAAACAAAAAGAAAAAAAAA"/>
              </a:ext>
            </a:extLst>
          </p:cNvSpPr>
          <p:nvPr>
            <p:ph type="body" idx="21"/>
          </p:nvPr>
        </p:nvSpPr>
        <p:spPr>
          <a:xfrm>
            <a:off x="1206500" y="2372995"/>
            <a:ext cx="21971000" cy="934720"/>
          </a:xfr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None/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Random Forest Regression</a:t>
            </a:r>
          </a:p>
        </p:txBody>
      </p:sp>
      <p:sp>
        <p:nvSpPr>
          <p:cNvPr id="4" name="Predicts ECG features (RR intervals, QRS complex durations).…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NETAACUjgAAHiIAABAAAAAmAAAACAAAAAEAAAAAAAAA"/>
              </a:ext>
            </a:extLst>
          </p:cNvSpPr>
          <p:nvPr>
            <p:ph type="body" idx="1"/>
          </p:nvPr>
        </p:nvSpPr>
        <p:spPr>
          <a:xfrm>
            <a:off x="1206500" y="3221355"/>
            <a:ext cx="21971000" cy="2324735"/>
          </a:xfrm>
        </p:spPr>
        <p:txBody>
          <a:bodyPr/>
          <a:lstStyle/>
          <a:p>
            <a:pPr>
              <a:defRPr lang="en-us"/>
            </a:pPr>
            <a:r>
              <a:t>Predicts ECG features (RR intervals, QRS complex durations).</a:t>
            </a:r>
          </a:p>
          <a:p>
            <a:pPr>
              <a:defRPr lang="en-us"/>
            </a:pPr>
            <a:r>
              <a:t>Optimized using grid search for best hyperparameters.</a:t>
            </a:r>
          </a:p>
        </p:txBody>
      </p:sp>
      <p:sp>
        <p:nvSpPr>
          <p:cNvPr id="5" name="LSTM (Long Short-Term Memory) Network"/>
          <p:cNvSpPr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K0lAACUjgAAbSsAABAAAAAmAAAACAAAAP//////////"/>
              </a:ext>
            </a:extLst>
          </p:cNvSpPr>
          <p:nvPr/>
        </p:nvSpPr>
        <p:spPr>
          <a:xfrm>
            <a:off x="1206500" y="6124575"/>
            <a:ext cx="21971000" cy="93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20" tIns="45720" rIns="45720" bIns="45720" numCol="1" spcCol="215900" anchor="t"/>
          <a:lstStyle>
            <a:lvl1pPr defTabSz="825500">
              <a:lnSpc>
                <a:spcPct val="100000"/>
              </a:lnSpc>
              <a:spcBef>
                <a:spcPts val="0"/>
              </a:spcBef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LSTM (Long Short-Term Memory) Network</a:t>
            </a:r>
          </a:p>
        </p:txBody>
      </p:sp>
      <p:sp>
        <p:nvSpPr>
          <p:cNvPr id="6" name="Captures temporal dependencies in ECG signals.…"/>
          <p:cNvSpPr>
            <a:extLst>
              <a:ext uri="smNativeData">
                <pr:smNativeData xmlns:pr="smNativeData" xmlns="smNativeData" val="SMDATA_15_JjuraBMAAAAlAAAAZAAAAA0AAAAAUAAAAFAAAABQAAAAU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LwqAACUjgAAYUEAABAAAAAmAAAACAAAAP//////////"/>
              </a:ext>
            </a:extLst>
          </p:cNvSpPr>
          <p:nvPr/>
        </p:nvSpPr>
        <p:spPr>
          <a:xfrm>
            <a:off x="1206500" y="6946900"/>
            <a:ext cx="21971000" cy="36810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50800" rIns="50800" bIns="50800" numCol="1" spcCol="215900" anchor="t"/>
          <a:lstStyle/>
          <a:p>
            <a:pPr marL="609600" indent="-609600">
              <a:buSzPts val="2210"/>
              <a:buChar char="•"/>
              <a:defRPr lang="en-us"/>
            </a:pPr>
            <a:r>
              <a:t>Captures temporal dependencies in ECG signals.</a:t>
            </a:r>
          </a:p>
          <a:p>
            <a:pPr marL="609600" indent="-609600">
              <a:buSzPts val="2210"/>
              <a:buChar char="•"/>
              <a:defRPr lang="en-us"/>
            </a:pPr>
            <a:r>
              <a:t>Architecture: Stacked LSTM layers → Dense output.</a:t>
            </a:r>
          </a:p>
          <a:p>
            <a:pPr marL="609600" indent="-609600">
              <a:buSzPts val="2210"/>
              <a:buChar char="•"/>
              <a:defRPr lang="en-us"/>
            </a:pPr>
            <a:r>
              <a:t>Trained with Adam optimizer &amp; MSE loss for 10 epochs.</a:t>
            </a:r>
          </a:p>
        </p:txBody>
      </p:sp>
      <p:pic>
        <p:nvPicPr>
          <p:cNvPr id="7" name="Image" descr="Image"/>
          <p:cNvPicPr>
            <a:picLocks noChangeAspect="1"/>
            <a:extLst>
              <a:ext uri="smNativeData">
                <pr:smNativeData xmlns:pr="smNativeData" xmlns="smNativeData" val="SMDATA_17_JjuraBMAAAAlAAAAEQAAAC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ORrAAD5HAAAmo4AADRT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7538700" y="4709795"/>
            <a:ext cx="5642610" cy="881570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aluation Metrics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O0SAACUjgAAvhsAABAAAAAmAAAACAAAAAGAAAAAAAAA"/>
              </a:ext>
            </a:extLst>
          </p:cNvSpPr>
          <p:nvPr>
            <p:ph type="title"/>
          </p:nvPr>
        </p:nvSpPr>
        <p:spPr>
          <a:xfrm>
            <a:off x="1206500" y="3076575"/>
            <a:ext cx="21971000" cy="1433195"/>
          </a:xfrm>
        </p:spPr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Evaluation Metrics</a:t>
            </a:r>
          </a:p>
        </p:txBody>
      </p:sp>
      <p:sp>
        <p:nvSpPr>
          <p:cNvPr id="3" name="Anomaly Detection"/>
          <p:cNvSpPr>
            <a:spLocks noGrp="1" noChangeArrowheads="1"/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PIbAACUjgAAsiEAABAAAAAmAAAACAAAAAGAAAAAAAAA"/>
              </a:ext>
            </a:extLst>
          </p:cNvSpPr>
          <p:nvPr>
            <p:ph type="body" idx="21"/>
          </p:nvPr>
        </p:nvSpPr>
        <p:spPr>
          <a:xfrm>
            <a:off x="1206500" y="4542790"/>
            <a:ext cx="21971000" cy="934720"/>
          </a:xfrm>
        </p:spPr>
        <p:txBody>
          <a:bodyPr/>
          <a:lstStyle>
            <a:lvl1pPr algn="ctr"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Anomaly Detection</a:t>
            </a:r>
          </a:p>
        </p:txBody>
      </p:sp>
      <p:sp>
        <p:nvSpPr>
          <p:cNvPr id="4" name="Area Under Curve (AUC), Precision, Recall, F1-score.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MAhAACUjgAAcCgAABAAAAAmAAAACAAAAAGAAAAAAAAA"/>
              </a:ext>
            </a:extLst>
          </p:cNvSpPr>
          <p:nvPr>
            <p:ph type="body" idx="1"/>
          </p:nvPr>
        </p:nvSpPr>
        <p:spPr>
          <a:xfrm>
            <a:off x="1206500" y="5486400"/>
            <a:ext cx="21971000" cy="1087120"/>
          </a:xfrm>
        </p:spPr>
        <p:txBody>
          <a:bodyPr/>
          <a:lstStyle>
            <a:lvl1pPr marL="0" indent="0" algn="ctr">
              <a:buNone/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Area Under Curve (AUC), Precision, Recall, F1-score.</a:t>
            </a:r>
          </a:p>
        </p:txBody>
      </p:sp>
      <p:sp>
        <p:nvSpPr>
          <p:cNvPr id="5" name="Predictive Modeling"/>
          <p:cNvSpPr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PArAACUjgAAsDEAABAAAAAmAAAACAAAAP//////////"/>
              </a:ext>
            </a:extLst>
          </p:cNvSpPr>
          <p:nvPr/>
        </p:nvSpPr>
        <p:spPr>
          <a:xfrm>
            <a:off x="1206500" y="7142480"/>
            <a:ext cx="21971000" cy="93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20" tIns="45720" rIns="45720" bIns="45720" numCol="1" spcCol="215900" anchor="t"/>
          <a:lstStyle>
            <a:lvl1pPr algn="ctr" defTabSz="825500">
              <a:lnSpc>
                <a:spcPct val="100000"/>
              </a:lnSpc>
              <a:spcBef>
                <a:spcPts val="0"/>
              </a:spcBef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Predictive Modeling</a:t>
            </a:r>
          </a:p>
        </p:txBody>
      </p:sp>
      <p:sp>
        <p:nvSpPr>
          <p:cNvPr id="6" name="Mean Squared Error (MSE), R-Squared (R2)."/>
          <p:cNvSpPr>
            <a:extLst>
              <a:ext uri="smNativeData">
                <pr:smNativeData xmlns:pr="smNativeData" xmlns="smNativeData" val="SMDATA_15_JjuraBMAAAAlAAAAZAAAAA0AAAAAUAAAAFAAAABQAAAAU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L4xAACUjgAAbjgAABAAAAAmAAAACAAAAP//////////"/>
              </a:ext>
            </a:extLst>
          </p:cNvSpPr>
          <p:nvPr/>
        </p:nvSpPr>
        <p:spPr>
          <a:xfrm>
            <a:off x="1206500" y="8086090"/>
            <a:ext cx="21971000" cy="10871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50800" rIns="50800" bIns="50800" numCol="1" spcCol="215900" anchor="t"/>
          <a:lstStyle>
            <a:lvl1pPr algn="ctr"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Mean Squared Error (MSE), R-Squared (R2).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ults (Anomaly Detection)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Results (Anomaly Detection)</a:t>
            </a:r>
          </a:p>
        </p:txBody>
      </p:sp>
      <p:sp>
        <p:nvSpPr>
          <p:cNvPr id="3" name="Autoencoder Performance"/>
          <p:cNvSpPr>
            <a:spLocks noGrp="1" noChangeArrowheads="1"/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JkOAACUjgAAWRQAABAAAAAmAAAACAAAAAGAAAAAAAAA"/>
              </a:ext>
            </a:extLst>
          </p:cNvSpPr>
          <p:nvPr>
            <p:ph type="body" idx="21"/>
          </p:nvPr>
        </p:nvSpPr>
        <p:spPr>
          <a:xfrm>
            <a:off x="1206500" y="2372995"/>
            <a:ext cx="21971000" cy="934720"/>
          </a:xfr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None/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Autoencoder Performance</a:t>
            </a:r>
          </a:p>
        </p:txBody>
      </p:sp>
      <p:sp>
        <p:nvSpPr>
          <p:cNvPr id="4" name="Detected 28 anomalies with 100% AUC.…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O8TAACUjgAA0iEAABAAAAAmAAAACAAAAAEAAAAAAAAA"/>
              </a:ext>
            </a:extLst>
          </p:cNvSpPr>
          <p:nvPr>
            <p:ph type="body" idx="1"/>
          </p:nvPr>
        </p:nvSpPr>
        <p:spPr>
          <a:xfrm>
            <a:off x="1206500" y="3240405"/>
            <a:ext cx="21971000" cy="2257425"/>
          </a:xfrm>
        </p:spPr>
        <p:txBody>
          <a:bodyPr/>
          <a:lstStyle/>
          <a:p>
            <a:pPr>
              <a:defRPr lang="en-us"/>
            </a:pPr>
            <a:r>
              <a:t>Detected 28 anomalies with 100% AUC.</a:t>
            </a:r>
          </a:p>
          <a:p>
            <a:pPr>
              <a:defRPr lang="en-us"/>
            </a:pPr>
            <a:r>
              <a:t>Highly accurate in distinguishing normal vs. anomalous signals.</a:t>
            </a:r>
          </a:p>
        </p:txBody>
      </p:sp>
      <p:sp>
        <p:nvSpPr>
          <p:cNvPr id="5" name="K-Means Clustering Performance"/>
          <p:cNvSpPr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N4hAACUjgAAnicAABAAAAAmAAAACAAAAP//////////"/>
              </a:ext>
            </a:extLst>
          </p:cNvSpPr>
          <p:nvPr/>
        </p:nvSpPr>
        <p:spPr>
          <a:xfrm>
            <a:off x="1206500" y="5505450"/>
            <a:ext cx="21971000" cy="93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20" tIns="45720" rIns="45720" bIns="45720" numCol="1" spcCol="215900" anchor="t"/>
          <a:lstStyle>
            <a:lvl1pPr defTabSz="825500">
              <a:lnSpc>
                <a:spcPct val="100000"/>
              </a:lnSpc>
              <a:spcBef>
                <a:spcPts val="0"/>
              </a:spcBef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K-Means Clustering Performance</a:t>
            </a:r>
          </a:p>
        </p:txBody>
      </p:sp>
      <p:sp>
        <p:nvSpPr>
          <p:cNvPr id="6" name="Detected 12 anomalies, 96% accuracy.…"/>
          <p:cNvSpPr>
            <a:extLst>
              <a:ext uri="smNativeData">
                <pr:smNativeData xmlns:pr="smNativeData" xmlns="smNativeData" val="SMDATA_15_JjuraBMAAAAlAAAAZAAAAA0AAAAAUAAAAFAAAABQAAAAU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FInAACUjgAAtzsAABAAAAAmAAAACAAAAP//////////"/>
              </a:ext>
            </a:extLst>
          </p:cNvSpPr>
          <p:nvPr/>
        </p:nvSpPr>
        <p:spPr>
          <a:xfrm>
            <a:off x="1206500" y="6391910"/>
            <a:ext cx="21971000" cy="33153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50800" rIns="50800" bIns="50800" numCol="1" spcCol="215900" anchor="t"/>
          <a:lstStyle/>
          <a:p>
            <a:pPr marL="609600" indent="-609600">
              <a:buSzPts val="2210"/>
              <a:buChar char="•"/>
              <a:defRPr lang="en-us"/>
            </a:pPr>
            <a:r>
              <a:t>Detected 12 anomalies, 96% accuracy.</a:t>
            </a:r>
          </a:p>
          <a:p>
            <a:pPr marL="609600" indent="-609600">
              <a:buSzPts val="2210"/>
              <a:buChar char="•"/>
              <a:defRPr lang="en-us"/>
            </a:pPr>
            <a:r>
              <a:t>Effective in an unsupervised setting.</a:t>
            </a:r>
          </a:p>
        </p:txBody>
      </p:sp>
      <p:pic>
        <p:nvPicPr>
          <p:cNvPr id="7" name="Screenshot 2025-02-09 at 21.56.49.png" descr="Screenshot 2025-02-09 at 21.56.49.png"/>
          <p:cNvPicPr>
            <a:picLocks noChangeAspect="1"/>
            <a:extLst>
              <a:ext uri="smNativeData">
                <pr:smNativeData xmlns:pr="smNativeData" xmlns="smNativeData" val="SMDATA_17_JjuraBMAAAAlAAAAEQAAAC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G0dAABRNgAAk3gAAKNP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783455" y="8829675"/>
            <a:ext cx="14817090" cy="411607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ults (Predictive Modeling)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Results (Predictive Modeling)</a:t>
            </a:r>
          </a:p>
        </p:txBody>
      </p:sp>
      <p:sp>
        <p:nvSpPr>
          <p:cNvPr id="3" name="Random Forest"/>
          <p:cNvSpPr>
            <a:spLocks noGrp="1" noChangeArrowheads="1"/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JkOAACUjgAAWRQAABAAAAAmAAAACAAAAAGAAAAAAAAA"/>
              </a:ext>
            </a:extLst>
          </p:cNvSpPr>
          <p:nvPr>
            <p:ph type="body" idx="21"/>
          </p:nvPr>
        </p:nvSpPr>
        <p:spPr>
          <a:xfrm>
            <a:off x="1206500" y="2372995"/>
            <a:ext cx="21971000" cy="934720"/>
          </a:xfr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None/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Random Forest</a:t>
            </a:r>
          </a:p>
        </p:txBody>
      </p:sp>
      <p:sp>
        <p:nvSpPr>
          <p:cNvPr id="4" name="Achieved R2 of 0.976 (97.6% variance explained).…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O8TAACUjgAA0iEAABAAAAAmAAAACAAAAAEAAAAAAAAA"/>
              </a:ext>
            </a:extLst>
          </p:cNvSpPr>
          <p:nvPr>
            <p:ph type="body" idx="1"/>
          </p:nvPr>
        </p:nvSpPr>
        <p:spPr>
          <a:xfrm>
            <a:off x="1206500" y="3240405"/>
            <a:ext cx="21971000" cy="2257425"/>
          </a:xfrm>
        </p:spPr>
        <p:txBody>
          <a:bodyPr/>
          <a:lstStyle/>
          <a:p>
            <a:pPr>
              <a:defRPr lang="en-us"/>
            </a:pPr>
            <a:r>
              <a:t>Achieved R2 of 0.976 (97.6% variance explained).</a:t>
            </a:r>
          </a:p>
          <a:p>
            <a:pPr>
              <a:defRPr lang="en-us"/>
            </a:pPr>
            <a:r>
              <a:t>Best suited for feature-based prediction.</a:t>
            </a:r>
          </a:p>
        </p:txBody>
      </p:sp>
      <p:sp>
        <p:nvSpPr>
          <p:cNvPr id="5" name="LSTM"/>
          <p:cNvSpPr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N4hAACUjgAAnicAABAAAAAmAAAACAAAAP//////////"/>
              </a:ext>
            </a:extLst>
          </p:cNvSpPr>
          <p:nvPr/>
        </p:nvSpPr>
        <p:spPr>
          <a:xfrm>
            <a:off x="1206500" y="5505450"/>
            <a:ext cx="21971000" cy="93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20" tIns="45720" rIns="45720" bIns="45720" numCol="1" spcCol="215900" anchor="t"/>
          <a:lstStyle>
            <a:lvl1pPr defTabSz="825500">
              <a:lnSpc>
                <a:spcPct val="100000"/>
              </a:lnSpc>
              <a:spcBef>
                <a:spcPts val="0"/>
              </a:spcBef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LSTM</a:t>
            </a:r>
          </a:p>
        </p:txBody>
      </p:sp>
      <p:sp>
        <p:nvSpPr>
          <p:cNvPr id="6" name="Achieved R2 of 0.961.…"/>
          <p:cNvSpPr>
            <a:extLst>
              <a:ext uri="smNativeData">
                <pr:smNativeData xmlns:pr="smNativeData" xmlns="smNativeData" val="SMDATA_15_JjuraBMAAAAlAAAAZAAAAA0AAAAAUAAAAFAAAABQAAAAU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FInAACUjgAAtzsAABAAAAAmAAAACAAAAP//////////"/>
              </a:ext>
            </a:extLst>
          </p:cNvSpPr>
          <p:nvPr/>
        </p:nvSpPr>
        <p:spPr>
          <a:xfrm>
            <a:off x="1206500" y="6391910"/>
            <a:ext cx="21971000" cy="33153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50800" rIns="50800" bIns="50800" numCol="1" spcCol="215900" anchor="t"/>
          <a:lstStyle/>
          <a:p>
            <a:pPr marL="609600" indent="-609600">
              <a:buSzPts val="2210"/>
              <a:buChar char="•"/>
              <a:defRPr lang="en-us"/>
            </a:pPr>
            <a:r>
              <a:t>Achieved R2 of 0.961.</a:t>
            </a:r>
          </a:p>
          <a:p>
            <a:pPr marL="609600" indent="-609600">
              <a:buSzPts val="2210"/>
              <a:buChar char="•"/>
              <a:defRPr lang="en-us"/>
            </a:pPr>
            <a:r>
              <a:t>Strong in temporal sequence learning.</a:t>
            </a:r>
          </a:p>
        </p:txBody>
      </p:sp>
      <p:pic>
        <p:nvPicPr>
          <p:cNvPr id="7" name="Screenshot 2025-02-09 at 21.57.43.png" descr="Screenshot 2025-02-09 at 21.57.43.png"/>
          <p:cNvPicPr>
            <a:picLocks noChangeAspect="1"/>
            <a:extLst>
              <a:ext uri="smNativeData">
                <pr:smNativeData xmlns:pr="smNativeData" xmlns="smNativeData" val="SMDATA_17_JjuraBMAAAAlAAAAEQAAAC0AAAAAkAAAAEgAAACQAAAASAAAAAAAAAAAAAAAAAAAAAEAAABQAAAAAAAAAAAA4D8AAAAAAADgPwAAAAAAAOA/AAAAAAAA4D8AAAAAAADgPwAAAAAAAOA/AAAAAAAA4D8AAAAAAADgPwAAAAAAAOA/AAAAAAAA4D8CAAAAjAAAAAAAAAAAAAAAkMIm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LMgAAAiNwAATXUAAM5P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315585" y="8962390"/>
            <a:ext cx="13752830" cy="40106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ative Analysis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GIVAACUjgAAMx4AABAAAAAmAAAACAAAAAGAAAAAAAAA"/>
              </a:ext>
            </a:extLst>
          </p:cNvSpPr>
          <p:nvPr>
            <p:ph type="title"/>
          </p:nvPr>
        </p:nvSpPr>
        <p:spPr>
          <a:xfrm>
            <a:off x="1206500" y="3475990"/>
            <a:ext cx="21971000" cy="1433195"/>
          </a:xfrm>
        </p:spPr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Comparative Analysis</a:t>
            </a:r>
          </a:p>
        </p:txBody>
      </p:sp>
      <p:sp>
        <p:nvSpPr>
          <p:cNvPr id="3" name="Anomaly Detection: Autoencoder outperformed K-Means.…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P4eAACUjgAAYjUAABAAAAAmAAAACAAAAAEAAAAAAAAA"/>
              </a:ext>
            </a:extLst>
          </p:cNvSpPr>
          <p:nvPr>
            <p:ph type="body" idx="1"/>
          </p:nvPr>
        </p:nvSpPr>
        <p:spPr>
          <a:xfrm>
            <a:off x="1206500" y="5038090"/>
            <a:ext cx="21971000" cy="3639820"/>
          </a:xfrm>
        </p:spPr>
        <p:txBody>
          <a:bodyPr/>
          <a:lstStyle/>
          <a:p>
            <a:pPr marL="0" indent="0" algn="ctr">
              <a:buNone/>
              <a:defRPr lang="en-us"/>
            </a:pPr>
            <a:r>
              <a:rPr lang="en-us" b="1" cap="none"/>
              <a:t>Anomaly Detection:</a:t>
            </a:r>
            <a:r>
              <a:t> Autoencoder outperformed K-Means.</a:t>
            </a:r>
          </a:p>
          <a:p>
            <a:pPr marL="0" indent="0" algn="ctr">
              <a:buNone/>
              <a:defRPr lang="en-us"/>
            </a:pPr>
            <a:r>
              <a:rPr lang="en-us" b="1" cap="none"/>
              <a:t>Predictive Modeling:</a:t>
            </a:r>
            <a:r>
              <a:t> Random Forest slightly better than LSTM in R2.</a:t>
            </a:r>
          </a:p>
          <a:p>
            <a:pPr marL="0" indent="0" algn="ctr">
              <a:buNone/>
              <a:defRPr lang="en-us"/>
            </a:pPr>
            <a:r>
              <a:rPr lang="en-us" b="1" cap="none"/>
              <a:t>Hybrid Approach:</a:t>
            </a:r>
            <a:r>
              <a:t> Combining these models could improve accuracy further.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ights &amp; Implications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MwUAACUjgAAnR0AABAAAAAmAAAACAAAAAGAAAAAAAAA"/>
              </a:ext>
            </a:extLst>
          </p:cNvSpPr>
          <p:nvPr>
            <p:ph type="title"/>
          </p:nvPr>
        </p:nvSpPr>
        <p:spPr>
          <a:xfrm>
            <a:off x="1206500" y="3380740"/>
            <a:ext cx="21971000" cy="1433195"/>
          </a:xfrm>
        </p:spPr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Insights &amp; Implications</a:t>
            </a:r>
          </a:p>
        </p:txBody>
      </p:sp>
      <p:sp>
        <p:nvSpPr>
          <p:cNvPr id="3" name="Early cardiac issue detection &amp; personalized health monitoring.…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KoeAACUjgAAtjUAABAAAAAmAAAACAAAAAEAAAAAAAAA"/>
              </a:ext>
            </a:extLst>
          </p:cNvSpPr>
          <p:nvPr>
            <p:ph type="body" idx="1"/>
          </p:nvPr>
        </p:nvSpPr>
        <p:spPr>
          <a:xfrm>
            <a:off x="1206500" y="4984750"/>
            <a:ext cx="21971000" cy="3746500"/>
          </a:xfrm>
        </p:spPr>
        <p:txBody>
          <a:bodyPr/>
          <a:lstStyle/>
          <a:p>
            <a:pPr marL="0" indent="0" algn="ctr">
              <a:buNone/>
              <a:defRPr lang="en-us"/>
            </a:pPr>
            <a:r>
              <a:t>Early cardiac issue detection &amp; personalized health monitoring.</a:t>
            </a:r>
          </a:p>
          <a:p>
            <a:pPr marL="0" indent="0" algn="ctr">
              <a:buNone/>
              <a:defRPr lang="en-us"/>
            </a:pPr>
            <a:r>
              <a:t>Integration with wearable biosensors for real-time ECG analysis.</a:t>
            </a:r>
          </a:p>
          <a:p>
            <a:pPr marL="0" indent="0" algn="ctr">
              <a:buNone/>
              <a:defRPr lang="en-us"/>
            </a:pPr>
            <a:r>
              <a:t>AI-based ECG systems can revolutionize cardiac diagnostics.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scussion &amp; Future Work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Discussion &amp; Future Work</a:t>
            </a:r>
          </a:p>
        </p:txBody>
      </p:sp>
      <p:sp>
        <p:nvSpPr>
          <p:cNvPr id="3" name="Limitations"/>
          <p:cNvSpPr>
            <a:spLocks noGrp="1" noChangeArrowheads="1"/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JkOAACUjgAAWRQAABAAAAAmAAAACAAAAAGAAAAAAAAA"/>
              </a:ext>
            </a:extLst>
          </p:cNvSpPr>
          <p:nvPr>
            <p:ph type="body" idx="21"/>
          </p:nvPr>
        </p:nvSpPr>
        <p:spPr>
          <a:xfrm>
            <a:off x="1206500" y="2372995"/>
            <a:ext cx="21971000" cy="934720"/>
          </a:xfr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None/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Limitations</a:t>
            </a:r>
          </a:p>
        </p:txBody>
      </p:sp>
      <p:sp>
        <p:nvSpPr>
          <p:cNvPr id="4" name="MIT-BIH dataset may not fully represent real-world ECG variations.…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EkUAACUjgAAtSEAABAAAAAmAAAACAAAAAEAAAAAAAAA"/>
              </a:ext>
            </a:extLst>
          </p:cNvSpPr>
          <p:nvPr>
            <p:ph type="body" idx="1"/>
          </p:nvPr>
        </p:nvSpPr>
        <p:spPr>
          <a:xfrm>
            <a:off x="1206500" y="3297555"/>
            <a:ext cx="21971000" cy="2181860"/>
          </a:xfrm>
        </p:spPr>
        <p:txBody>
          <a:bodyPr/>
          <a:lstStyle/>
          <a:p>
            <a:pPr>
              <a:defRPr lang="en-us"/>
            </a:pPr>
            <a:r>
              <a:t>MIT-BIH dataset may not fully represent real-world ECG variations.</a:t>
            </a:r>
          </a:p>
          <a:p>
            <a:pPr>
              <a:defRPr lang="en-us"/>
            </a:pPr>
            <a:r>
              <a:t>High-accuracy models may need optimization for real-time applications.</a:t>
            </a:r>
          </a:p>
        </p:txBody>
      </p:sp>
      <p:sp>
        <p:nvSpPr>
          <p:cNvPr id="5" name="Future Enhancements"/>
          <p:cNvSpPr>
            <a:extLst>
              <a:ext uri="smNativeData">
                <pr:smNativeData xmlns:pr="smNativeData" xmlns="smNativeData" val="SMDATA_15_JjuraBMAAAAlAAAAZAAAAA0AAAAASAAAAEgAAABI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K8iAACUjgAAbygAABAAAAAmAAAACAAAAP//////////"/>
              </a:ext>
            </a:extLst>
          </p:cNvSpPr>
          <p:nvPr/>
        </p:nvSpPr>
        <p:spPr>
          <a:xfrm>
            <a:off x="1206500" y="5638165"/>
            <a:ext cx="21971000" cy="93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20" tIns="45720" rIns="45720" bIns="45720" numCol="1" spcCol="215900" anchor="t"/>
          <a:lstStyle>
            <a:lvl1pPr defTabSz="825500">
              <a:lnSpc>
                <a:spcPct val="100000"/>
              </a:lnSpc>
              <a:spcBef>
                <a:spcPts val="0"/>
              </a:spcBef>
              <a:tabLst/>
              <a:defRPr lang="en-us" sz="55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Future Enhancements</a:t>
            </a:r>
          </a:p>
        </p:txBody>
      </p:sp>
      <p:sp>
        <p:nvSpPr>
          <p:cNvPr id="6" name="Diverse datasets: Include more patient demographics.…"/>
          <p:cNvSpPr>
            <a:extLst>
              <a:ext uri="smNativeData">
                <pr:smNativeData xmlns:pr="smNativeData" xmlns="smNativeData" val="SMDATA_15_JjuraBMAAAAlAAAAZAAAAA0AAAAAUAAAAFAAAABQAAAAU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F8oAACUjgAA9kwAABAAAAAmAAAACAAAAP//////////"/>
              </a:ext>
            </a:extLst>
          </p:cNvSpPr>
          <p:nvPr/>
        </p:nvSpPr>
        <p:spPr>
          <a:xfrm>
            <a:off x="1206500" y="6562725"/>
            <a:ext cx="21971000" cy="59480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50800" rIns="50800" bIns="50800" numCol="1" spcCol="215900" anchor="t"/>
          <a:lstStyle/>
          <a:p>
            <a:pPr marL="609600" indent="-609600">
              <a:buSzPts val="2210"/>
              <a:buChar char="•"/>
              <a:defRPr lang="en-us"/>
            </a:pPr>
            <a:r>
              <a:rPr lang="en-us" b="1" cap="none"/>
              <a:t>Diverse datasets:</a:t>
            </a:r>
            <a:r>
              <a:t> Include more patient demographics.</a:t>
            </a:r>
          </a:p>
          <a:p>
            <a:pPr marL="609600" indent="-609600">
              <a:buSzPts val="2210"/>
              <a:buChar char="•"/>
              <a:defRPr lang="en-us"/>
            </a:pPr>
            <a:r>
              <a:rPr lang="en-us" b="1" cap="none"/>
              <a:t>Hybrid models:</a:t>
            </a:r>
            <a:r>
              <a:t> Combining Autoencoder &amp; LSTM for better performance.</a:t>
            </a:r>
          </a:p>
          <a:p>
            <a:pPr marL="609600" indent="-609600">
              <a:buSzPts val="2210"/>
              <a:buChar char="•"/>
              <a:defRPr lang="en-us"/>
            </a:pPr>
            <a:r>
              <a:rPr lang="en-us" b="1" cap="none"/>
              <a:t>Edge Computing Optimization:</a:t>
            </a:r>
            <a:r>
              <a:t> Lightweight AI models for wearables.</a:t>
            </a:r>
          </a:p>
          <a:p>
            <a:pPr marL="609600" indent="-609600">
              <a:buSzPts val="2210"/>
              <a:buChar char="•"/>
              <a:defRPr lang="en-us"/>
            </a:pPr>
            <a:r>
              <a:rPr lang="en-us" b="1" cap="none"/>
              <a:t>Clinical validation:</a:t>
            </a:r>
            <a:r>
              <a:t> Testing in real-world healthcare settings.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lusion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IAHAAAZcgAAwBcAABAAAAAmAAAACAAAAACAAAAAAAAA"/>
              </a:ext>
            </a:extLst>
          </p:cNvSpPr>
          <p:nvPr>
            <p:ph type="title"/>
          </p:nvPr>
        </p:nvSpPr>
        <p:spPr/>
        <p:txBody>
          <a:bodyPr/>
          <a:lstStyle>
            <a:lvl1pPr algn="ctr">
              <a:defRPr lang="en-us" u="sng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Conclusion</a:t>
            </a:r>
          </a:p>
        </p:txBody>
      </p:sp>
      <p:sp>
        <p:nvSpPr>
          <p:cNvPr id="3" name="AI significantly enhances ECG biosensors for cardiac health monitoring.…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bAcAABMQAACUjgAAwDIAABAAAAAmAAAACAAAAAEAAAAAAAAA"/>
              </a:ext>
            </a:extLst>
          </p:cNvSpPr>
          <p:nvPr>
            <p:ph type="body" idx="1"/>
          </p:nvPr>
        </p:nvSpPr>
        <p:spPr>
          <a:xfrm>
            <a:off x="1206500" y="2613025"/>
            <a:ext cx="21971000" cy="5636895"/>
          </a:xfrm>
        </p:spPr>
        <p:txBody>
          <a:bodyPr/>
          <a:lstStyle/>
          <a:p>
            <a:pPr algn="just">
              <a:defRPr lang="en-us"/>
            </a:pPr>
            <a:r>
              <a:t>AI significantly enhances ECG biosensors for cardiac health monitoring.</a:t>
            </a:r>
          </a:p>
          <a:p>
            <a:pPr algn="just">
              <a:defRPr lang="en-us"/>
            </a:pPr>
            <a:r>
              <a:t>Autoencoders &amp; K-Means effectively detect anomalies.</a:t>
            </a:r>
          </a:p>
          <a:p>
            <a:pPr algn="just">
              <a:defRPr lang="en-us"/>
            </a:pPr>
            <a:r>
              <a:t>Random Forest &amp; LSTM models provide accurate ECG trend prediction.</a:t>
            </a:r>
          </a:p>
          <a:p>
            <a:pPr algn="just">
              <a:defRPr lang="en-us"/>
            </a:pPr>
            <a:r>
              <a:t>The proposed system is </a:t>
            </a:r>
            <a:r>
              <a:rPr lang="en-us" b="1" cap="none"/>
              <a:t>scalable, real-time, and intelligent</a:t>
            </a:r>
            <a:r>
              <a:t>, paving the way for improved cardiac diagnostics.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QkAAAwIAABpcwAATBgAABAAAAAmAAAACAAAAAEAAAAAAAAA"/>
              </a:ext>
            </a:extLst>
          </p:cNvSpPr>
          <p:nvPr>
            <p:ph type="title"/>
          </p:nvPr>
        </p:nvSpPr>
        <p:spPr>
          <a:xfrm>
            <a:off x="1567815" y="1308100"/>
            <a:ext cx="17193260" cy="2641600"/>
          </a:xfrm>
        </p:spPr>
        <p:txBody>
          <a:bodyPr/>
          <a:lstStyle/>
          <a:p>
            <a:pPr>
              <a:defRPr lang="en-us"/>
            </a:pPr>
            <a:r>
              <a:rPr lang="en-in" sz="9600" b="1" cap="none">
                <a:latin typeface="Algerian" pitchFamily="5" charset="0"/>
                <a:ea typeface="Trebuchet MS" pitchFamily="2" charset="0"/>
                <a:cs typeface="Trebuchet MS" pitchFamily="2" charset="0"/>
              </a:rPr>
              <a:t>Q&amp;A</a:t>
            </a:r>
            <a:endParaRPr lang="en-in" sz="9600" b="1" cap="none">
              <a:latin typeface="Algerian" pitchFamily="5" charset="0"/>
              <a:ea typeface="Trebuchet MS" pitchFamily="2" charset="0"/>
              <a:cs typeface="Trebuchet MS" pitchFamily="2" charset="0"/>
            </a:endParaRP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Jjur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6+s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VQgAAJUaAACedgAAVEoAABAAAAAmAAAACAAAAAEAAAAAAAAA"/>
              </a:ext>
            </a:extLst>
          </p:cNvSpPr>
          <p:nvPr>
            <p:ph type="body" idx="1"/>
          </p:nvPr>
        </p:nvSpPr>
        <p:spPr>
          <a:xfrm>
            <a:off x="1354455" y="4321175"/>
            <a:ext cx="17927955" cy="7761605"/>
          </a:xfrm>
        </p:spPr>
        <p:txBody>
          <a:bodyPr/>
          <a:lstStyle/>
          <a:p>
            <a:pPr marL="0" indent="0">
              <a:buNone/>
              <a:defRPr lang="en-us"/>
            </a:pPr>
            <a:r>
              <a:rPr lang="en-us" sz="9600" b="1" cap="none">
                <a:effectLst>
                  <a:outerShdw dist="63500" dir="36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" charset="0"/>
                <a:ea typeface="Trebuchet MS" pitchFamily="2" charset="0"/>
                <a:cs typeface="Times New Roman" pitchFamily="1" charset="0"/>
              </a:rPr>
              <a:t>Thank you all for your attention! Any questions?</a:t>
            </a:r>
            <a:endParaRPr lang="en-us" sz="9600" b="1" cap="none">
              <a:effectLst>
                <a:outerShdw dist="63500" dir="3600000" algn="tl" rotWithShape="0">
                  <a:srgbClr val="000000">
                    <a:alpha val="40000"/>
                  </a:srgbClr>
                </a:outerShdw>
              </a:effectLst>
              <a:latin typeface="Times New Roman" pitchFamily="1" charset="0"/>
              <a:ea typeface="Trebuchet MS" pitchFamily="2" charset="0"/>
              <a:cs typeface="Times New Roman" pitchFamily="1" charset="0"/>
            </a:endParaRPr>
          </a:p>
          <a:p>
            <a:pPr marL="0" indent="0">
              <a:buNone/>
              <a:defRPr lang="en-us"/>
            </a:pP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Presentation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>
          <a:noFill/>
        </a:ln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2C3C43"/>
        </a:dk2>
        <a:lt2>
          <a:srgbClr val="EBEBEB"/>
        </a:lt2>
        <a:accent1>
          <a:srgbClr val="90C226"/>
        </a:accent1>
        <a:accent2>
          <a:srgbClr val="54A021"/>
        </a:accent2>
        <a:accent3>
          <a:srgbClr val="E6B91E"/>
        </a:accent3>
        <a:accent4>
          <a:srgbClr val="E76618"/>
        </a:accent4>
        <a:accent5>
          <a:srgbClr val="C42F1A"/>
        </a:accent5>
        <a:accent6>
          <a:srgbClr val="918655"/>
        </a:accent6>
        <a:hlink>
          <a:srgbClr val="99CA3C"/>
        </a:hlink>
        <a:folHlink>
          <a:srgbClr val="B9D18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Presentation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>
          <a:noFill/>
        </a:ln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5E5E5E"/>
        </a:dk2>
        <a:lt2>
          <a:srgbClr val="D5D5D5"/>
        </a:lt2>
        <a:accent1>
          <a:srgbClr val="00A2FF"/>
        </a:accent1>
        <a:accent2>
          <a:srgbClr val="16E7CF"/>
        </a:accent2>
        <a:accent3>
          <a:srgbClr val="61D836"/>
        </a:accent3>
        <a:accent4>
          <a:srgbClr val="FFD932"/>
        </a:accent4>
        <a:accent5>
          <a:srgbClr val="FF644E"/>
        </a:accent5>
        <a:accent6>
          <a:srgbClr val="FF42A1"/>
        </a:accent6>
        <a:hlink>
          <a:srgbClr val="0000FF"/>
        </a:hlink>
        <a:folHlink>
          <a:srgbClr val="FF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adita</cp:lastModifiedBy>
  <cp:revision>0</cp:revision>
  <dcterms:created xsi:type="dcterms:W3CDTF">2025-08-24T21:43:48Z</dcterms:created>
  <dcterms:modified xsi:type="dcterms:W3CDTF">2025-08-24T16:17:42Z</dcterms:modified>
</cp:coreProperties>
</file>